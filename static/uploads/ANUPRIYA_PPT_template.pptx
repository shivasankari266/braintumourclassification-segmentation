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817" r:id="rId2"/>
    <p:sldId id="257" r:id="rId3"/>
    <p:sldId id="258" r:id="rId4"/>
    <p:sldId id="270" r:id="rId5"/>
    <p:sldId id="823" r:id="rId6"/>
    <p:sldId id="279" r:id="rId7"/>
    <p:sldId id="277" r:id="rId8"/>
    <p:sldId id="274" r:id="rId9"/>
    <p:sldId id="280" r:id="rId10"/>
    <p:sldId id="822" r:id="rId11"/>
    <p:sldId id="824" r:id="rId12"/>
    <p:sldId id="256" r:id="rId13"/>
    <p:sldId id="263" r:id="rId14"/>
    <p:sldId id="265" r:id="rId15"/>
    <p:sldId id="818" r:id="rId16"/>
    <p:sldId id="819" r:id="rId17"/>
    <p:sldId id="820" r:id="rId18"/>
    <p:sldId id="276" r:id="rId19"/>
    <p:sldId id="821" r:id="rId20"/>
    <p:sldId id="825" r:id="rId21"/>
    <p:sldId id="826" r:id="rId22"/>
    <p:sldId id="827" r:id="rId23"/>
    <p:sldId id="262" r:id="rId24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AFB6A1-2151-41EF-9F23-E9EDE3BEC787}" v="12" dt="2025-09-11T06:52:37.0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napToGrid="0">
      <p:cViewPr varScale="1">
        <p:scale>
          <a:sx n="70" d="100"/>
          <a:sy n="70" d="100"/>
        </p:scale>
        <p:origin x="1397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anthaseelan Sathiyaseelan" userId="15221948c1c149ee" providerId="LiveId" clId="{3C75B498-2A1A-4947-89AD-CAA201B451CC}"/>
    <pc:docChg chg="undo custSel addSld delSld modSld sldOrd">
      <pc:chgData name="Vasanthaseelan Sathiyaseelan" userId="15221948c1c149ee" providerId="LiveId" clId="{3C75B498-2A1A-4947-89AD-CAA201B451CC}" dt="2025-09-11T06:52:57.136" v="212" actId="207"/>
      <pc:docMkLst>
        <pc:docMk/>
      </pc:docMkLst>
      <pc:sldChg chg="addSp modSp">
        <pc:chgData name="Vasanthaseelan Sathiyaseelan" userId="15221948c1c149ee" providerId="LiveId" clId="{3C75B498-2A1A-4947-89AD-CAA201B451CC}" dt="2025-09-11T06:50:45.347" v="190"/>
        <pc:sldMkLst>
          <pc:docMk/>
          <pc:sldMk cId="0" sldId="256"/>
        </pc:sldMkLst>
        <pc:spChg chg="add mod">
          <ac:chgData name="Vasanthaseelan Sathiyaseelan" userId="15221948c1c149ee" providerId="LiveId" clId="{3C75B498-2A1A-4947-89AD-CAA201B451CC}" dt="2025-09-11T06:50:45.347" v="190"/>
          <ac:spMkLst>
            <pc:docMk/>
            <pc:sldMk cId="0" sldId="256"/>
            <ac:spMk id="41" creationId="{85EC6630-CBB9-C9F3-BAD3-31F7F60ADF35}"/>
          </ac:spMkLst>
        </pc:spChg>
      </pc:sldChg>
      <pc:sldChg chg="modSp mod">
        <pc:chgData name="Vasanthaseelan Sathiyaseelan" userId="15221948c1c149ee" providerId="LiveId" clId="{3C75B498-2A1A-4947-89AD-CAA201B451CC}" dt="2025-09-11T06:49:03.631" v="177" actId="207"/>
        <pc:sldMkLst>
          <pc:docMk/>
          <pc:sldMk cId="1004984064" sldId="257"/>
        </pc:sldMkLst>
        <pc:spChg chg="mod">
          <ac:chgData name="Vasanthaseelan Sathiyaseelan" userId="15221948c1c149ee" providerId="LiveId" clId="{3C75B498-2A1A-4947-89AD-CAA201B451CC}" dt="2025-09-11T06:49:03.631" v="177" actId="207"/>
          <ac:spMkLst>
            <pc:docMk/>
            <pc:sldMk cId="1004984064" sldId="257"/>
            <ac:spMk id="8" creationId="{BACD4939-8531-67C5-FD0F-40EFF25EB765}"/>
          </ac:spMkLst>
        </pc:spChg>
        <pc:spChg chg="mod">
          <ac:chgData name="Vasanthaseelan Sathiyaseelan" userId="15221948c1c149ee" providerId="LiveId" clId="{3C75B498-2A1A-4947-89AD-CAA201B451CC}" dt="2025-09-11T06:48:43.945" v="176" actId="122"/>
          <ac:spMkLst>
            <pc:docMk/>
            <pc:sldMk cId="1004984064" sldId="257"/>
            <ac:spMk id="9" creationId="{EF27C949-9627-3ED1-DA8E-DD421AD26B9A}"/>
          </ac:spMkLst>
        </pc:spChg>
        <pc:spChg chg="mod">
          <ac:chgData name="Vasanthaseelan Sathiyaseelan" userId="15221948c1c149ee" providerId="LiveId" clId="{3C75B498-2A1A-4947-89AD-CAA201B451CC}" dt="2025-09-11T06:48:23.369" v="174" actId="20577"/>
          <ac:spMkLst>
            <pc:docMk/>
            <pc:sldMk cId="1004984064" sldId="257"/>
            <ac:spMk id="10" creationId="{31878C14-96E2-A871-6265-26C9FA36B310}"/>
          </ac:spMkLst>
        </pc:spChg>
      </pc:sldChg>
      <pc:sldChg chg="modSp mod">
        <pc:chgData name="Vasanthaseelan Sathiyaseelan" userId="15221948c1c149ee" providerId="LiveId" clId="{3C75B498-2A1A-4947-89AD-CAA201B451CC}" dt="2025-09-11T06:49:17.097" v="179" actId="207"/>
        <pc:sldMkLst>
          <pc:docMk/>
          <pc:sldMk cId="965736450" sldId="258"/>
        </pc:sldMkLst>
        <pc:spChg chg="mod">
          <ac:chgData name="Vasanthaseelan Sathiyaseelan" userId="15221948c1c149ee" providerId="LiveId" clId="{3C75B498-2A1A-4947-89AD-CAA201B451CC}" dt="2025-09-11T06:49:17.097" v="179" actId="207"/>
          <ac:spMkLst>
            <pc:docMk/>
            <pc:sldMk cId="965736450" sldId="258"/>
            <ac:spMk id="5" creationId="{0042E518-64C3-A6B8-28B6-16AC4D493C68}"/>
          </ac:spMkLst>
        </pc:spChg>
      </pc:sldChg>
      <pc:sldChg chg="delSp modSp del mod">
        <pc:chgData name="Vasanthaseelan Sathiyaseelan" userId="15221948c1c149ee" providerId="LiveId" clId="{3C75B498-2A1A-4947-89AD-CAA201B451CC}" dt="2025-09-08T17:27:53.629" v="39" actId="47"/>
        <pc:sldMkLst>
          <pc:docMk/>
          <pc:sldMk cId="4152868139" sldId="259"/>
        </pc:sldMkLst>
      </pc:sldChg>
      <pc:sldChg chg="modSp mod">
        <pc:chgData name="Vasanthaseelan Sathiyaseelan" userId="15221948c1c149ee" providerId="LiveId" clId="{3C75B498-2A1A-4947-89AD-CAA201B451CC}" dt="2025-09-11T06:52:16.894" v="209" actId="207"/>
        <pc:sldMkLst>
          <pc:docMk/>
          <pc:sldMk cId="2735129242" sldId="262"/>
        </pc:sldMkLst>
        <pc:spChg chg="mod">
          <ac:chgData name="Vasanthaseelan Sathiyaseelan" userId="15221948c1c149ee" providerId="LiveId" clId="{3C75B498-2A1A-4947-89AD-CAA201B451CC}" dt="2025-09-11T06:52:16.894" v="209" actId="207"/>
          <ac:spMkLst>
            <pc:docMk/>
            <pc:sldMk cId="2735129242" sldId="262"/>
            <ac:spMk id="2" creationId="{AEE4C5FD-D887-DA9C-7961-AEA86D28187F}"/>
          </ac:spMkLst>
        </pc:spChg>
      </pc:sldChg>
      <pc:sldChg chg="modSp mod">
        <pc:chgData name="Vasanthaseelan Sathiyaseelan" userId="15221948c1c149ee" providerId="LiveId" clId="{3C75B498-2A1A-4947-89AD-CAA201B451CC}" dt="2025-09-11T06:50:55.268" v="192" actId="1076"/>
        <pc:sldMkLst>
          <pc:docMk/>
          <pc:sldMk cId="1147262782" sldId="263"/>
        </pc:sldMkLst>
        <pc:spChg chg="mod">
          <ac:chgData name="Vasanthaseelan Sathiyaseelan" userId="15221948c1c149ee" providerId="LiveId" clId="{3C75B498-2A1A-4947-89AD-CAA201B451CC}" dt="2025-09-11T06:50:50.853" v="191" actId="207"/>
          <ac:spMkLst>
            <pc:docMk/>
            <pc:sldMk cId="1147262782" sldId="263"/>
            <ac:spMk id="2" creationId="{E8BD3751-640B-F0E3-0664-459786A33697}"/>
          </ac:spMkLst>
        </pc:spChg>
        <pc:picChg chg="mod">
          <ac:chgData name="Vasanthaseelan Sathiyaseelan" userId="15221948c1c149ee" providerId="LiveId" clId="{3C75B498-2A1A-4947-89AD-CAA201B451CC}" dt="2025-09-11T06:50:55.268" v="192" actId="1076"/>
          <ac:picMkLst>
            <pc:docMk/>
            <pc:sldMk cId="1147262782" sldId="263"/>
            <ac:picMk id="3" creationId="{90856A1C-609F-25C9-12C0-38C630D0F655}"/>
          </ac:picMkLst>
        </pc:picChg>
      </pc:sldChg>
      <pc:sldChg chg="modSp mod">
        <pc:chgData name="Vasanthaseelan Sathiyaseelan" userId="15221948c1c149ee" providerId="LiveId" clId="{3C75B498-2A1A-4947-89AD-CAA201B451CC}" dt="2025-09-11T06:51:03.248" v="193" actId="207"/>
        <pc:sldMkLst>
          <pc:docMk/>
          <pc:sldMk cId="3288312240" sldId="265"/>
        </pc:sldMkLst>
        <pc:spChg chg="mod">
          <ac:chgData name="Vasanthaseelan Sathiyaseelan" userId="15221948c1c149ee" providerId="LiveId" clId="{3C75B498-2A1A-4947-89AD-CAA201B451CC}" dt="2025-09-11T06:51:03.248" v="193" actId="207"/>
          <ac:spMkLst>
            <pc:docMk/>
            <pc:sldMk cId="3288312240" sldId="265"/>
            <ac:spMk id="4" creationId="{79B2FEB4-5B60-D3E1-9AC6-F45695C52F4A}"/>
          </ac:spMkLst>
        </pc:spChg>
        <pc:picChg chg="mod">
          <ac:chgData name="Vasanthaseelan Sathiyaseelan" userId="15221948c1c149ee" providerId="LiveId" clId="{3C75B498-2A1A-4947-89AD-CAA201B451CC}" dt="2025-09-08T17:31:04.001" v="71" actId="1076"/>
          <ac:picMkLst>
            <pc:docMk/>
            <pc:sldMk cId="3288312240" sldId="265"/>
            <ac:picMk id="9" creationId="{BA83B172-D9BF-7C6B-9A18-2C69F831A902}"/>
          </ac:picMkLst>
        </pc:picChg>
      </pc:sldChg>
      <pc:sldChg chg="modSp mod">
        <pc:chgData name="Vasanthaseelan Sathiyaseelan" userId="15221948c1c149ee" providerId="LiveId" clId="{3C75B498-2A1A-4947-89AD-CAA201B451CC}" dt="2025-09-11T06:49:24.022" v="180" actId="207"/>
        <pc:sldMkLst>
          <pc:docMk/>
          <pc:sldMk cId="7994284" sldId="270"/>
        </pc:sldMkLst>
        <pc:spChg chg="mod">
          <ac:chgData name="Vasanthaseelan Sathiyaseelan" userId="15221948c1c149ee" providerId="LiveId" clId="{3C75B498-2A1A-4947-89AD-CAA201B451CC}" dt="2025-09-11T06:49:24.022" v="180" actId="207"/>
          <ac:spMkLst>
            <pc:docMk/>
            <pc:sldMk cId="7994284" sldId="270"/>
            <ac:spMk id="5" creationId="{BEFABC83-CA15-5DAA-0FC0-D1F3FB137DEC}"/>
          </ac:spMkLst>
        </pc:spChg>
      </pc:sldChg>
      <pc:sldChg chg="modSp mod">
        <pc:chgData name="Vasanthaseelan Sathiyaseelan" userId="15221948c1c149ee" providerId="LiveId" clId="{3C75B498-2A1A-4947-89AD-CAA201B451CC}" dt="2025-09-11T06:50:25.921" v="186" actId="1076"/>
        <pc:sldMkLst>
          <pc:docMk/>
          <pc:sldMk cId="685629897" sldId="274"/>
        </pc:sldMkLst>
        <pc:spChg chg="mod">
          <ac:chgData name="Vasanthaseelan Sathiyaseelan" userId="15221948c1c149ee" providerId="LiveId" clId="{3C75B498-2A1A-4947-89AD-CAA201B451CC}" dt="2025-09-11T06:50:15.531" v="185" actId="207"/>
          <ac:spMkLst>
            <pc:docMk/>
            <pc:sldMk cId="685629897" sldId="274"/>
            <ac:spMk id="2" creationId="{98EDDC33-3CFF-08AF-37C9-3E2FFB9D44C6}"/>
          </ac:spMkLst>
        </pc:spChg>
        <pc:spChg chg="mod">
          <ac:chgData name="Vasanthaseelan Sathiyaseelan" userId="15221948c1c149ee" providerId="LiveId" clId="{3C75B498-2A1A-4947-89AD-CAA201B451CC}" dt="2025-09-11T06:50:25.921" v="186" actId="1076"/>
          <ac:spMkLst>
            <pc:docMk/>
            <pc:sldMk cId="685629897" sldId="274"/>
            <ac:spMk id="3" creationId="{CF0EBC7F-CB8F-12CB-F1C1-EF9946E7FBE6}"/>
          </ac:spMkLst>
        </pc:spChg>
        <pc:spChg chg="mod">
          <ac:chgData name="Vasanthaseelan Sathiyaseelan" userId="15221948c1c149ee" providerId="LiveId" clId="{3C75B498-2A1A-4947-89AD-CAA201B451CC}" dt="2025-09-08T17:29:40.420" v="55" actId="21"/>
          <ac:spMkLst>
            <pc:docMk/>
            <pc:sldMk cId="685629897" sldId="274"/>
            <ac:spMk id="10" creationId="{396353C3-1140-6606-3ABB-F8F5A34BDA3C}"/>
          </ac:spMkLst>
        </pc:spChg>
      </pc:sldChg>
      <pc:sldChg chg="modSp mod">
        <pc:chgData name="Vasanthaseelan Sathiyaseelan" userId="15221948c1c149ee" providerId="LiveId" clId="{3C75B498-2A1A-4947-89AD-CAA201B451CC}" dt="2025-09-11T06:51:58.658" v="204" actId="207"/>
        <pc:sldMkLst>
          <pc:docMk/>
          <pc:sldMk cId="2968635221" sldId="276"/>
        </pc:sldMkLst>
        <pc:spChg chg="mod">
          <ac:chgData name="Vasanthaseelan Sathiyaseelan" userId="15221948c1c149ee" providerId="LiveId" clId="{3C75B498-2A1A-4947-89AD-CAA201B451CC}" dt="2025-09-11T06:51:58.658" v="204" actId="207"/>
          <ac:spMkLst>
            <pc:docMk/>
            <pc:sldMk cId="2968635221" sldId="276"/>
            <ac:spMk id="2" creationId="{D54E11A7-DAA5-27A8-0443-2455FB6D50AA}"/>
          </ac:spMkLst>
        </pc:spChg>
      </pc:sldChg>
      <pc:sldChg chg="modSp new mod ord">
        <pc:chgData name="Vasanthaseelan Sathiyaseelan" userId="15221948c1c149ee" providerId="LiveId" clId="{3C75B498-2A1A-4947-89AD-CAA201B451CC}" dt="2025-09-11T06:49:50.526" v="183" actId="207"/>
        <pc:sldMkLst>
          <pc:docMk/>
          <pc:sldMk cId="347337240" sldId="277"/>
        </pc:sldMkLst>
        <pc:spChg chg="mod">
          <ac:chgData name="Vasanthaseelan Sathiyaseelan" userId="15221948c1c149ee" providerId="LiveId" clId="{3C75B498-2A1A-4947-89AD-CAA201B451CC}" dt="2025-09-08T17:28:22.535" v="43" actId="1076"/>
          <ac:spMkLst>
            <pc:docMk/>
            <pc:sldMk cId="347337240" sldId="277"/>
            <ac:spMk id="2" creationId="{A4355242-38EF-17FA-A336-093AA41B6CA6}"/>
          </ac:spMkLst>
        </pc:spChg>
        <pc:spChg chg="mod">
          <ac:chgData name="Vasanthaseelan Sathiyaseelan" userId="15221948c1c149ee" providerId="LiveId" clId="{3C75B498-2A1A-4947-89AD-CAA201B451CC}" dt="2025-09-08T17:28:29.958" v="45" actId="14100"/>
          <ac:spMkLst>
            <pc:docMk/>
            <pc:sldMk cId="347337240" sldId="277"/>
            <ac:spMk id="3" creationId="{BEB337D4-12F1-B73F-C45A-53F647F246E5}"/>
          </ac:spMkLst>
        </pc:spChg>
        <pc:spChg chg="mod">
          <ac:chgData name="Vasanthaseelan Sathiyaseelan" userId="15221948c1c149ee" providerId="LiveId" clId="{3C75B498-2A1A-4947-89AD-CAA201B451CC}" dt="2025-09-11T06:49:50.526" v="183" actId="207"/>
          <ac:spMkLst>
            <pc:docMk/>
            <pc:sldMk cId="347337240" sldId="277"/>
            <ac:spMk id="5" creationId="{CC82B88A-F5C2-9C05-FA98-9AB955AED3CF}"/>
          </ac:spMkLst>
        </pc:spChg>
      </pc:sldChg>
      <pc:sldChg chg="modSp new mod">
        <pc:chgData name="Vasanthaseelan Sathiyaseelan" userId="15221948c1c149ee" providerId="LiveId" clId="{3C75B498-2A1A-4947-89AD-CAA201B451CC}" dt="2025-09-08T17:28:44.876" v="48" actId="1076"/>
        <pc:sldMkLst>
          <pc:docMk/>
          <pc:sldMk cId="1330796997" sldId="278"/>
        </pc:sldMkLst>
      </pc:sldChg>
      <pc:sldChg chg="addSp delSp modSp new mod ord">
        <pc:chgData name="Vasanthaseelan Sathiyaseelan" userId="15221948c1c149ee" providerId="LiveId" clId="{3C75B498-2A1A-4947-89AD-CAA201B451CC}" dt="2025-09-11T06:49:45.086" v="182" actId="207"/>
        <pc:sldMkLst>
          <pc:docMk/>
          <pc:sldMk cId="2947167726" sldId="279"/>
        </pc:sldMkLst>
        <pc:spChg chg="mod">
          <ac:chgData name="Vasanthaseelan Sathiyaseelan" userId="15221948c1c149ee" providerId="LiveId" clId="{3C75B498-2A1A-4947-89AD-CAA201B451CC}" dt="2025-09-08T17:27:44.099" v="37" actId="1076"/>
          <ac:spMkLst>
            <pc:docMk/>
            <pc:sldMk cId="2947167726" sldId="279"/>
            <ac:spMk id="2" creationId="{810556EF-DD5B-57EC-89FF-25FD5BB6A7EE}"/>
          </ac:spMkLst>
        </pc:spChg>
        <pc:spChg chg="mod">
          <ac:chgData name="Vasanthaseelan Sathiyaseelan" userId="15221948c1c149ee" providerId="LiveId" clId="{3C75B498-2A1A-4947-89AD-CAA201B451CC}" dt="2025-09-08T17:27:48.984" v="38" actId="1076"/>
          <ac:spMkLst>
            <pc:docMk/>
            <pc:sldMk cId="2947167726" sldId="279"/>
            <ac:spMk id="3" creationId="{6D381B29-3606-839F-5096-A74EC8F1E462}"/>
          </ac:spMkLst>
        </pc:spChg>
        <pc:spChg chg="mod">
          <ac:chgData name="Vasanthaseelan Sathiyaseelan" userId="15221948c1c149ee" providerId="LiveId" clId="{3C75B498-2A1A-4947-89AD-CAA201B451CC}" dt="2025-09-11T06:49:45.086" v="182" actId="207"/>
          <ac:spMkLst>
            <pc:docMk/>
            <pc:sldMk cId="2947167726" sldId="279"/>
            <ac:spMk id="7" creationId="{7B287CD3-B367-FDD4-943E-77B8CAC62182}"/>
          </ac:spMkLst>
        </pc:spChg>
      </pc:sldChg>
      <pc:sldChg chg="addSp modSp new mod">
        <pc:chgData name="Vasanthaseelan Sathiyaseelan" userId="15221948c1c149ee" providerId="LiveId" clId="{3C75B498-2A1A-4947-89AD-CAA201B451CC}" dt="2025-09-11T06:50:31.785" v="187" actId="207"/>
        <pc:sldMkLst>
          <pc:docMk/>
          <pc:sldMk cId="3640644220" sldId="280"/>
        </pc:sldMkLst>
        <pc:spChg chg="mod">
          <ac:chgData name="Vasanthaseelan Sathiyaseelan" userId="15221948c1c149ee" providerId="LiveId" clId="{3C75B498-2A1A-4947-89AD-CAA201B451CC}" dt="2025-09-11T06:50:31.785" v="187" actId="207"/>
          <ac:spMkLst>
            <pc:docMk/>
            <pc:sldMk cId="3640644220" sldId="280"/>
            <ac:spMk id="4" creationId="{941E317A-CA45-A1CD-38DD-C252A2DBBA51}"/>
          </ac:spMkLst>
        </pc:spChg>
      </pc:sldChg>
      <pc:sldChg chg="addSp delSp modSp new mod">
        <pc:chgData name="Vasanthaseelan Sathiyaseelan" userId="15221948c1c149ee" providerId="LiveId" clId="{3C75B498-2A1A-4947-89AD-CAA201B451CC}" dt="2025-09-08T17:30:36.300" v="65" actId="1076"/>
        <pc:sldMkLst>
          <pc:docMk/>
          <pc:sldMk cId="622726289" sldId="281"/>
        </pc:sldMkLst>
      </pc:sldChg>
      <pc:sldChg chg="modSp mod">
        <pc:chgData name="Vasanthaseelan Sathiyaseelan" userId="15221948c1c149ee" providerId="LiveId" clId="{3C75B498-2A1A-4947-89AD-CAA201B451CC}" dt="2025-09-11T06:52:57.136" v="212" actId="207"/>
        <pc:sldMkLst>
          <pc:docMk/>
          <pc:sldMk cId="3667126439" sldId="817"/>
        </pc:sldMkLst>
        <pc:spChg chg="mod">
          <ac:chgData name="Vasanthaseelan Sathiyaseelan" userId="15221948c1c149ee" providerId="LiveId" clId="{3C75B498-2A1A-4947-89AD-CAA201B451CC}" dt="2025-09-11T06:52:57.136" v="212" actId="207"/>
          <ac:spMkLst>
            <pc:docMk/>
            <pc:sldMk cId="3667126439" sldId="817"/>
            <ac:spMk id="2" creationId="{9D712810-679C-49F5-B353-EE8BE8617662}"/>
          </ac:spMkLst>
        </pc:spChg>
        <pc:spChg chg="mod">
          <ac:chgData name="Vasanthaseelan Sathiyaseelan" userId="15221948c1c149ee" providerId="LiveId" clId="{3C75B498-2A1A-4947-89AD-CAA201B451CC}" dt="2025-09-11T06:49:12.628" v="178" actId="207"/>
          <ac:spMkLst>
            <pc:docMk/>
            <pc:sldMk cId="3667126439" sldId="817"/>
            <ac:spMk id="3" creationId="{00000000-0000-0000-0000-000000000000}"/>
          </ac:spMkLst>
        </pc:spChg>
        <pc:spChg chg="mod">
          <ac:chgData name="Vasanthaseelan Sathiyaseelan" userId="15221948c1c149ee" providerId="LiveId" clId="{3C75B498-2A1A-4947-89AD-CAA201B451CC}" dt="2025-09-10T17:15:42.142" v="78" actId="20577"/>
          <ac:spMkLst>
            <pc:docMk/>
            <pc:sldMk cId="3667126439" sldId="817"/>
            <ac:spMk id="10" creationId="{53968038-80EE-DDA5-B743-946E2305ECAB}"/>
          </ac:spMkLst>
        </pc:spChg>
        <pc:picChg chg="mod">
          <ac:chgData name="Vasanthaseelan Sathiyaseelan" userId="15221948c1c149ee" providerId="LiveId" clId="{3C75B498-2A1A-4947-89AD-CAA201B451CC}" dt="2025-09-11T06:52:32.669" v="210" actId="14100"/>
          <ac:picMkLst>
            <pc:docMk/>
            <pc:sldMk cId="3667126439" sldId="817"/>
            <ac:picMk id="5" creationId="{C9D83A69-E358-B0BE-265A-6DBB81B388F3}"/>
          </ac:picMkLst>
        </pc:picChg>
        <pc:picChg chg="mod">
          <ac:chgData name="Vasanthaseelan Sathiyaseelan" userId="15221948c1c149ee" providerId="LiveId" clId="{3C75B498-2A1A-4947-89AD-CAA201B451CC}" dt="2025-09-11T06:52:37.032" v="211" actId="14100"/>
          <ac:picMkLst>
            <pc:docMk/>
            <pc:sldMk cId="3667126439" sldId="817"/>
            <ac:picMk id="1026" creationId="{00000000-0000-0000-0000-000000000000}"/>
          </ac:picMkLst>
        </pc:picChg>
      </pc:sldChg>
      <pc:sldChg chg="addSp modSp mod">
        <pc:chgData name="Vasanthaseelan Sathiyaseelan" userId="15221948c1c149ee" providerId="LiveId" clId="{3C75B498-2A1A-4947-89AD-CAA201B451CC}" dt="2025-09-11T06:51:26.898" v="198" actId="1076"/>
        <pc:sldMkLst>
          <pc:docMk/>
          <pc:sldMk cId="2423865125" sldId="818"/>
        </pc:sldMkLst>
        <pc:spChg chg="add mod">
          <ac:chgData name="Vasanthaseelan Sathiyaseelan" userId="15221948c1c149ee" providerId="LiveId" clId="{3C75B498-2A1A-4947-89AD-CAA201B451CC}" dt="2025-09-11T06:51:18.619" v="197" actId="14100"/>
          <ac:spMkLst>
            <pc:docMk/>
            <pc:sldMk cId="2423865125" sldId="818"/>
            <ac:spMk id="5" creationId="{44046069-D786-516C-B49A-E600DDAFDA6D}"/>
          </ac:spMkLst>
        </pc:spChg>
        <pc:picChg chg="mod">
          <ac:chgData name="Vasanthaseelan Sathiyaseelan" userId="15221948c1c149ee" providerId="LiveId" clId="{3C75B498-2A1A-4947-89AD-CAA201B451CC}" dt="2025-09-11T06:51:26.898" v="198" actId="1076"/>
          <ac:picMkLst>
            <pc:docMk/>
            <pc:sldMk cId="2423865125" sldId="818"/>
            <ac:picMk id="17" creationId="{9DCE12EE-288C-7AB2-BC9B-C8018B8160BC}"/>
          </ac:picMkLst>
        </pc:picChg>
      </pc:sldChg>
      <pc:sldChg chg="addSp modSp mod">
        <pc:chgData name="Vasanthaseelan Sathiyaseelan" userId="15221948c1c149ee" providerId="LiveId" clId="{3C75B498-2A1A-4947-89AD-CAA201B451CC}" dt="2025-09-11T06:51:36.138" v="200" actId="1076"/>
        <pc:sldMkLst>
          <pc:docMk/>
          <pc:sldMk cId="110390383" sldId="819"/>
        </pc:sldMkLst>
        <pc:spChg chg="add mod">
          <ac:chgData name="Vasanthaseelan Sathiyaseelan" userId="15221948c1c149ee" providerId="LiveId" clId="{3C75B498-2A1A-4947-89AD-CAA201B451CC}" dt="2025-09-11T06:51:36.138" v="200" actId="1076"/>
          <ac:spMkLst>
            <pc:docMk/>
            <pc:sldMk cId="110390383" sldId="819"/>
            <ac:spMk id="5" creationId="{A93E7C7B-47DF-4FB7-88D7-2ED33DAB8EF5}"/>
          </ac:spMkLst>
        </pc:spChg>
      </pc:sldChg>
      <pc:sldChg chg="addSp modSp mod">
        <pc:chgData name="Vasanthaseelan Sathiyaseelan" userId="15221948c1c149ee" providerId="LiveId" clId="{3C75B498-2A1A-4947-89AD-CAA201B451CC}" dt="2025-09-11T06:51:50.693" v="203" actId="1076"/>
        <pc:sldMkLst>
          <pc:docMk/>
          <pc:sldMk cId="3890407660" sldId="820"/>
        </pc:sldMkLst>
        <pc:spChg chg="add mod">
          <ac:chgData name="Vasanthaseelan Sathiyaseelan" userId="15221948c1c149ee" providerId="LiveId" clId="{3C75B498-2A1A-4947-89AD-CAA201B451CC}" dt="2025-09-11T06:51:50.693" v="203" actId="1076"/>
          <ac:spMkLst>
            <pc:docMk/>
            <pc:sldMk cId="3890407660" sldId="820"/>
            <ac:spMk id="5" creationId="{B7D90E93-0BF5-82C7-993F-D3E3390C48E7}"/>
          </ac:spMkLst>
        </pc:spChg>
        <pc:picChg chg="mod">
          <ac:chgData name="Vasanthaseelan Sathiyaseelan" userId="15221948c1c149ee" providerId="LiveId" clId="{3C75B498-2A1A-4947-89AD-CAA201B451CC}" dt="2025-09-11T06:51:45.311" v="202" actId="1076"/>
          <ac:picMkLst>
            <pc:docMk/>
            <pc:sldMk cId="3890407660" sldId="820"/>
            <ac:picMk id="22" creationId="{3CC8CCC4-87BF-21FC-B4BF-17A455B3C43D}"/>
          </ac:picMkLst>
        </pc:picChg>
      </pc:sldChg>
      <pc:sldChg chg="addSp modSp">
        <pc:chgData name="Vasanthaseelan Sathiyaseelan" userId="15221948c1c149ee" providerId="LiveId" clId="{3C75B498-2A1A-4947-89AD-CAA201B451CC}" dt="2025-09-11T06:52:02.786" v="205"/>
        <pc:sldMkLst>
          <pc:docMk/>
          <pc:sldMk cId="1462137824" sldId="821"/>
        </pc:sldMkLst>
        <pc:spChg chg="add mod">
          <ac:chgData name="Vasanthaseelan Sathiyaseelan" userId="15221948c1c149ee" providerId="LiveId" clId="{3C75B498-2A1A-4947-89AD-CAA201B451CC}" dt="2025-09-11T06:52:02.786" v="205"/>
          <ac:spMkLst>
            <pc:docMk/>
            <pc:sldMk cId="1462137824" sldId="821"/>
            <ac:spMk id="7" creationId="{90BB2E15-0C13-3E77-392A-100A87D11041}"/>
          </ac:spMkLst>
        </pc:spChg>
      </pc:sldChg>
      <pc:sldChg chg="addSp modSp">
        <pc:chgData name="Vasanthaseelan Sathiyaseelan" userId="15221948c1c149ee" providerId="LiveId" clId="{3C75B498-2A1A-4947-89AD-CAA201B451CC}" dt="2025-09-11T06:50:37.473" v="188"/>
        <pc:sldMkLst>
          <pc:docMk/>
          <pc:sldMk cId="3242817845" sldId="822"/>
        </pc:sldMkLst>
        <pc:spChg chg="add mod">
          <ac:chgData name="Vasanthaseelan Sathiyaseelan" userId="15221948c1c149ee" providerId="LiveId" clId="{3C75B498-2A1A-4947-89AD-CAA201B451CC}" dt="2025-09-11T06:50:37.473" v="188"/>
          <ac:spMkLst>
            <pc:docMk/>
            <pc:sldMk cId="3242817845" sldId="822"/>
            <ac:spMk id="9" creationId="{51139C5A-6746-9990-848F-4A377D5E596D}"/>
          </ac:spMkLst>
        </pc:spChg>
      </pc:sldChg>
      <pc:sldChg chg="addSp modSp">
        <pc:chgData name="Vasanthaseelan Sathiyaseelan" userId="15221948c1c149ee" providerId="LiveId" clId="{3C75B498-2A1A-4947-89AD-CAA201B451CC}" dt="2025-09-11T06:49:37.925" v="181"/>
        <pc:sldMkLst>
          <pc:docMk/>
          <pc:sldMk cId="2843915731" sldId="823"/>
        </pc:sldMkLst>
        <pc:spChg chg="add mod">
          <ac:chgData name="Vasanthaseelan Sathiyaseelan" userId="15221948c1c149ee" providerId="LiveId" clId="{3C75B498-2A1A-4947-89AD-CAA201B451CC}" dt="2025-09-11T06:49:37.925" v="181"/>
          <ac:spMkLst>
            <pc:docMk/>
            <pc:sldMk cId="2843915731" sldId="823"/>
            <ac:spMk id="7" creationId="{0C4E6226-328A-DD99-630E-45CABE621B9C}"/>
          </ac:spMkLst>
        </pc:spChg>
      </pc:sldChg>
      <pc:sldChg chg="addSp modSp">
        <pc:chgData name="Vasanthaseelan Sathiyaseelan" userId="15221948c1c149ee" providerId="LiveId" clId="{3C75B498-2A1A-4947-89AD-CAA201B451CC}" dt="2025-09-11T06:50:41.379" v="189"/>
        <pc:sldMkLst>
          <pc:docMk/>
          <pc:sldMk cId="1648895364" sldId="824"/>
        </pc:sldMkLst>
        <pc:spChg chg="add mod">
          <ac:chgData name="Vasanthaseelan Sathiyaseelan" userId="15221948c1c149ee" providerId="LiveId" clId="{3C75B498-2A1A-4947-89AD-CAA201B451CC}" dt="2025-09-11T06:50:41.379" v="189"/>
          <ac:spMkLst>
            <pc:docMk/>
            <pc:sldMk cId="1648895364" sldId="824"/>
            <ac:spMk id="6" creationId="{A1E50102-2A76-3599-1D23-FECABD1FB13C}"/>
          </ac:spMkLst>
        </pc:spChg>
      </pc:sldChg>
      <pc:sldChg chg="addSp modSp">
        <pc:chgData name="Vasanthaseelan Sathiyaseelan" userId="15221948c1c149ee" providerId="LiveId" clId="{3C75B498-2A1A-4947-89AD-CAA201B451CC}" dt="2025-09-11T06:52:05.408" v="206"/>
        <pc:sldMkLst>
          <pc:docMk/>
          <pc:sldMk cId="3094705152" sldId="825"/>
        </pc:sldMkLst>
        <pc:spChg chg="add mod">
          <ac:chgData name="Vasanthaseelan Sathiyaseelan" userId="15221948c1c149ee" providerId="LiveId" clId="{3C75B498-2A1A-4947-89AD-CAA201B451CC}" dt="2025-09-11T06:52:05.408" v="206"/>
          <ac:spMkLst>
            <pc:docMk/>
            <pc:sldMk cId="3094705152" sldId="825"/>
            <ac:spMk id="7" creationId="{B6F7EF3D-9CF8-B22A-04B8-3369933B124F}"/>
          </ac:spMkLst>
        </pc:spChg>
      </pc:sldChg>
      <pc:sldChg chg="addSp modSp">
        <pc:chgData name="Vasanthaseelan Sathiyaseelan" userId="15221948c1c149ee" providerId="LiveId" clId="{3C75B498-2A1A-4947-89AD-CAA201B451CC}" dt="2025-09-11T06:52:07.972" v="207"/>
        <pc:sldMkLst>
          <pc:docMk/>
          <pc:sldMk cId="189862097" sldId="826"/>
        </pc:sldMkLst>
        <pc:spChg chg="add mod">
          <ac:chgData name="Vasanthaseelan Sathiyaseelan" userId="15221948c1c149ee" providerId="LiveId" clId="{3C75B498-2A1A-4947-89AD-CAA201B451CC}" dt="2025-09-11T06:52:07.972" v="207"/>
          <ac:spMkLst>
            <pc:docMk/>
            <pc:sldMk cId="189862097" sldId="826"/>
            <ac:spMk id="6" creationId="{DB81B76C-14AD-1F7B-C12E-D8151C48C9F6}"/>
          </ac:spMkLst>
        </pc:spChg>
      </pc:sldChg>
      <pc:sldChg chg="addSp modSp">
        <pc:chgData name="Vasanthaseelan Sathiyaseelan" userId="15221948c1c149ee" providerId="LiveId" clId="{3C75B498-2A1A-4947-89AD-CAA201B451CC}" dt="2025-09-11T06:52:11.700" v="208"/>
        <pc:sldMkLst>
          <pc:docMk/>
          <pc:sldMk cId="2516337620" sldId="827"/>
        </pc:sldMkLst>
        <pc:spChg chg="add mod">
          <ac:chgData name="Vasanthaseelan Sathiyaseelan" userId="15221948c1c149ee" providerId="LiveId" clId="{3C75B498-2A1A-4947-89AD-CAA201B451CC}" dt="2025-09-11T06:52:11.700" v="208"/>
          <ac:spMkLst>
            <pc:docMk/>
            <pc:sldMk cId="2516337620" sldId="827"/>
            <ac:spMk id="7" creationId="{68AE2F97-F35B-9533-5248-515A38DFD9D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FEE16-3E37-4D94-83B3-8623DB7ABC29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AE109-6817-4B16-9064-45998B1607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144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Extractive</a:t>
            </a:r>
            <a:r>
              <a:rPr lang="en-US" dirty="0"/>
              <a:t>: When the user wants to keep the original sentence structure for more accuracy or clarity. </a:t>
            </a:r>
            <a:r>
              <a:rPr lang="en-US" b="1" dirty="0"/>
              <a:t>Abstractive</a:t>
            </a:r>
            <a:r>
              <a:rPr lang="en-US" dirty="0"/>
              <a:t>: When the user wants a more human-like summary with rephrased or condensed content.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8AE109-6817-4B16-9064-45998B1607A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06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877E5-11E8-B7AC-3E3A-FA3A9E8EF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8D6EF-C6AB-C02C-1C39-5514BD72F5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F1483-7341-A537-24BC-9E6B7546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BF0B1-050D-46AE-B650-24335EB3EB1B}" type="datetime1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FA527-B247-128F-6960-8829BF6D7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9D5CE-026A-E8AD-5AAB-FE06369D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37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28961-5BEF-16B5-FE4F-376257A45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392F-F46D-50C2-A330-6ABE9BCB8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10E9-D955-40E2-C4D0-9A9330564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D5B8E-48EF-461C-9197-FD17946698B0}" type="datetime1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833DC-4AB9-2187-2095-3BAD69797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E1D64-C25B-C4AB-EA61-634F490E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606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764AA-CAE4-50B1-5744-141794E7F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6FC26-AE1B-729F-4DEC-950A416B9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EB701-2B09-1924-6442-780BDFE8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6FB14-5E1A-4754-BD2C-496CFA30D0D4}" type="datetime1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1EE2B-1738-0F9E-7409-54295C4D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40D44-71C0-CA6C-8021-A9ED2A1E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48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F5EB7-6A9A-A713-7A49-C41EBB7F6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638E0-A142-55D6-2424-43368E108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6ED33-90FD-0B0B-A5FB-24663AD5A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41EEB-3F2E-0D4E-31B6-D1D3D1FBC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38A8A-98C7-45CB-8256-B424B4605B62}" type="datetime1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CD736-A81F-DB07-8AFF-D800CCF60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767E6-45A6-FF7A-991E-CE4840F62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4991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2927D-C29A-3B3E-15D6-96D7B7CA0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789D4-DA3D-A218-8CE4-BF2F9BD3F5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507AE-894D-B67D-B48E-CB5D8EC3A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C16749-4953-05CA-FC1C-981D6A220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DC39B4-6357-6A5C-3EB8-A956BED69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DA2070-E49B-8B5B-F1C3-B3F185949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6FA59-A31B-4D08-BD7C-42A12CC4E063}" type="datetime1">
              <a:rPr lang="en-IN" smtClean="0"/>
              <a:t>11-09-2025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E0E573-4406-357A-121C-56FCF36AD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0B2381-6CA4-F539-9586-E1E1D90FB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47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28DAA-EB93-AE7C-80F7-ECC105CFC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DB7DE-9612-3B99-1AE1-7CF2FD18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834AE-1E54-4F7E-979C-1435F5130790}" type="datetime1">
              <a:rPr lang="en-IN" smtClean="0"/>
              <a:t>11-09-2025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F1EE5-73D2-ADAA-4A54-54C951627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5899D7-042E-C2BF-24CC-18F8032D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577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03318F-A84A-DECE-9A83-0D4D50DB2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491E-1163-46B3-A56D-50B14EF269EA}" type="datetime1">
              <a:rPr lang="en-IN" smtClean="0"/>
              <a:t>11-09-2025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47626B-7432-0952-D6D6-DC0AC443D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6981A-37DE-7EA3-E42A-93F3B93A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45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ABB91-BEC2-059F-B214-340EE4FB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B6C2E-0621-2A82-9109-95843BAD7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BCAC1-6D29-5C0F-6380-9AC3CFFE9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AED3E-0D2B-647B-107F-1B35FC5FD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642CF-8CFC-47CF-B0E9-7D063697ACB6}" type="datetime1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303D8-275C-27A5-3101-712AABED4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C79CA-00EA-758F-8714-2F718E865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307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3A52C-B930-D848-9D4E-9D9ADE890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3209D3-6575-3912-7101-353E7FFCE8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B6B3F-900A-9DBF-06D5-8CCAAA016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C4EE5-BD1D-F00F-CEC1-3D6A50A94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94DDD-55E1-4088-97C5-C302696F1C95}" type="datetime1">
              <a:rPr lang="en-IN" smtClean="0"/>
              <a:t>11-09-2025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2BAFE0-A06E-17A9-E4B3-3F0106C6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57DB8-C355-9383-17F9-D8C9B3A3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113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4FBB8-1BE7-8C61-831B-64C1AF74D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FA1B80-5F25-BE05-02EB-F4E0CA7D9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2D62A-2B4C-91BF-374C-2B8805459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1264A-E6D0-4740-8558-26AC8F7B68C8}" type="datetime1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0C549-8E28-1B59-E972-661E2B9FE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0CE3D-816F-7DCB-2A6F-6D593EE3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982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95AADE-67AD-EB3D-8D80-9343079CCB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48A31-B23E-3A19-0CA0-5885E077F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DD766-3918-93B8-E841-60A643699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8642-EB3A-4AB1-B3C2-388074B8FD2C}" type="datetime1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0C079-4150-A005-7DCA-FD6C07219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3E621-0579-01DD-401B-2106717E0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309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38F25A-6B6F-573D-9E4F-62458DA98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C8950-F9E0-1D98-612C-C6BDE01AC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FEE38-3506-8E5E-2F46-9A2FA72BE7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FFFE1-4881-4A0B-B39B-F3311FB2FB47}" type="datetime1">
              <a:rPr lang="en-IN" smtClean="0"/>
              <a:t>11-09-2025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5238A-1D8E-0F19-1081-1C5BCC2E3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603E4-E873-46DD-4E3D-DBC14B6D3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5959C8-B6F0-45AD-A47C-DA667F5A29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259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ctrTitle"/>
          </p:nvPr>
        </p:nvSpPr>
        <p:spPr>
          <a:xfrm>
            <a:off x="335360" y="4690407"/>
            <a:ext cx="6144683" cy="749408"/>
          </a:xfrm>
        </p:spPr>
        <p:txBody>
          <a:bodyPr>
            <a:noAutofit/>
          </a:bodyPr>
          <a:lstStyle/>
          <a:p>
            <a:pPr algn="l"/>
            <a:b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</a:br>
            <a:b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</a:br>
            <a:br>
              <a:rPr lang="en-US" sz="18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</a:br>
            <a:endParaRPr lang="en-IN" sz="18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712810-679C-49F5-B353-EE8BE8617662}"/>
              </a:ext>
            </a:extLst>
          </p:cNvPr>
          <p:cNvSpPr/>
          <p:nvPr/>
        </p:nvSpPr>
        <p:spPr>
          <a:xfrm>
            <a:off x="2735627" y="549127"/>
            <a:ext cx="705165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Sri Krishna  Arts and Science College </a:t>
            </a:r>
          </a:p>
          <a:p>
            <a:pPr algn="ctr"/>
            <a:r>
              <a:rPr lang="en-IN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Coimbatore 641 008 </a:t>
            </a:r>
          </a:p>
          <a:p>
            <a:pPr algn="ctr"/>
            <a:endParaRPr lang="en-IN" sz="2400" dirty="0">
              <a:solidFill>
                <a:srgbClr val="FF0000"/>
              </a:solidFill>
              <a:latin typeface="Arial" pitchFamily="34" charset="0"/>
              <a:ea typeface="Calibri" panose="020F0502020204030204" pitchFamily="34" charset="0"/>
              <a:cs typeface="Arial" pitchFamily="34" charset="0"/>
            </a:endParaRPr>
          </a:p>
          <a:p>
            <a:pPr algn="ctr"/>
            <a:r>
              <a:rPr lang="en-IN" sz="2400" b="1" dirty="0">
                <a:solidFill>
                  <a:srgbClr val="FF0000"/>
                </a:solidFill>
                <a:latin typeface="Arial" pitchFamily="34" charset="0"/>
                <a:ea typeface="Calibri" panose="020F0502020204030204" pitchFamily="34" charset="0"/>
                <a:cs typeface="Arial" pitchFamily="34" charset="0"/>
              </a:rPr>
              <a:t>Department of Software Systems</a:t>
            </a:r>
          </a:p>
        </p:txBody>
      </p:sp>
      <p:pic>
        <p:nvPicPr>
          <p:cNvPr id="1026" name="image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412535" y="1"/>
            <a:ext cx="1728192" cy="1754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D83A69-E358-B0BE-265A-6DBB81B38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398"/>
            <a:ext cx="2324279" cy="17543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5047FB-0C1D-EEDD-063A-845366156221}"/>
              </a:ext>
            </a:extLst>
          </p:cNvPr>
          <p:cNvSpPr txBox="1"/>
          <p:nvPr/>
        </p:nvSpPr>
        <p:spPr>
          <a:xfrm>
            <a:off x="7512650" y="4870791"/>
            <a:ext cx="43439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Mrs . R. LALITHA MCA., M.Phil., SET.,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968038-80EE-DDA5-B743-946E2305ECAB}"/>
              </a:ext>
            </a:extLst>
          </p:cNvPr>
          <p:cNvSpPr txBox="1"/>
          <p:nvPr/>
        </p:nvSpPr>
        <p:spPr>
          <a:xfrm>
            <a:off x="1452880" y="3015901"/>
            <a:ext cx="9215120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TOPIC: TEXT SUMMARIZER AND CHATBOT USING LLM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AND RAG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1551EF-E2E6-660A-CCC6-E5B1FF9CD415}"/>
              </a:ext>
            </a:extLst>
          </p:cNvPr>
          <p:cNvSpPr txBox="1"/>
          <p:nvPr/>
        </p:nvSpPr>
        <p:spPr>
          <a:xfrm>
            <a:off x="738633" y="4247544"/>
            <a:ext cx="39939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marL="182563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Anupriya R   </a:t>
            </a:r>
          </a:p>
          <a:p>
            <a:pPr marL="355600" indent="-355600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24MCS006</a:t>
            </a:r>
          </a:p>
          <a:p>
            <a:pPr marL="355600" indent="-355600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II – MSc Computer Science</a:t>
            </a:r>
          </a:p>
          <a:p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C93ED9-1C2B-DA2A-5528-227F23B28486}"/>
              </a:ext>
            </a:extLst>
          </p:cNvPr>
          <p:cNvSpPr txBox="1"/>
          <p:nvPr/>
        </p:nvSpPr>
        <p:spPr>
          <a:xfrm>
            <a:off x="4038600" y="2460567"/>
            <a:ext cx="4343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3667126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B61A5-D487-FE38-A6A1-ABBE98F70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6222" y="6318250"/>
            <a:ext cx="5185116" cy="365125"/>
          </a:xfrm>
        </p:spPr>
        <p:txBody>
          <a:bodyPr/>
          <a:lstStyle/>
          <a:p>
            <a:fld id="{4CA2BD28-9D1D-4795-9FB6-B4806A8D17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27C949-9627-3ED1-DA8E-DD421AD26B9A}"/>
              </a:ext>
            </a:extLst>
          </p:cNvPr>
          <p:cNvSpPr txBox="1"/>
          <p:nvPr/>
        </p:nvSpPr>
        <p:spPr>
          <a:xfrm>
            <a:off x="1404868" y="593142"/>
            <a:ext cx="93722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2D4E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878C14-96E2-A871-6265-26C9FA36B310}"/>
              </a:ext>
            </a:extLst>
          </p:cNvPr>
          <p:cNvSpPr txBox="1"/>
          <p:nvPr/>
        </p:nvSpPr>
        <p:spPr>
          <a:xfrm>
            <a:off x="1147863" y="1147140"/>
            <a:ext cx="9372237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and Methodology</a:t>
            </a:r>
          </a:p>
          <a:p>
            <a:pPr marL="342900" indent="-3429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System- Limitations</a:t>
            </a:r>
          </a:p>
          <a:p>
            <a:pPr marL="342900" indent="-3429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- Advantages</a:t>
            </a:r>
            <a:endParaRPr lang="en-US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  <a:endParaRPr lang="en-US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</a:p>
          <a:p>
            <a:pPr marL="342900" indent="-3429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US" sz="2400" dirty="0"/>
            </a:br>
            <a:endParaRPr lang="en-IN" sz="2400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ACD4939-8531-67C5-FD0F-40EFF25EB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  <p:pic>
        <p:nvPicPr>
          <p:cNvPr id="2" name="image2.png">
            <a:extLst>
              <a:ext uri="{FF2B5EF4-FFF2-40B4-BE49-F238E27FC236}">
                <a16:creationId xmlns:a16="http://schemas.microsoft.com/office/drawing/2014/main" id="{ED82D245-FAE8-E456-BF38-7C39AC9F7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2B442A-66E9-4BC1-1A8F-3A9AAF7EA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8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B61A5-D487-FE38-A6A1-ABBE98F70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6222" y="6318250"/>
            <a:ext cx="5185116" cy="365125"/>
          </a:xfrm>
        </p:spPr>
        <p:txBody>
          <a:bodyPr/>
          <a:lstStyle/>
          <a:p>
            <a:fld id="{4CA2BD28-9D1D-4795-9FB6-B4806A8D17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27C949-9627-3ED1-DA8E-DD421AD26B9A}"/>
              </a:ext>
            </a:extLst>
          </p:cNvPr>
          <p:cNvSpPr txBox="1"/>
          <p:nvPr/>
        </p:nvSpPr>
        <p:spPr>
          <a:xfrm>
            <a:off x="-2676015" y="854935"/>
            <a:ext cx="93722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2D4E90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2D83A-FEA6-380F-D247-B2B890139738}"/>
              </a:ext>
            </a:extLst>
          </p:cNvPr>
          <p:cNvSpPr txBox="1"/>
          <p:nvPr/>
        </p:nvSpPr>
        <p:spPr>
          <a:xfrm>
            <a:off x="2668555" y="3947859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7DD190-5D67-27E3-6EB0-AD2C5C9484DD}"/>
              </a:ext>
            </a:extLst>
          </p:cNvPr>
          <p:cNvSpPr txBox="1"/>
          <p:nvPr/>
        </p:nvSpPr>
        <p:spPr>
          <a:xfrm>
            <a:off x="756746" y="845364"/>
            <a:ext cx="10846676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Digital content overload challenges efficient document processing and information retrieval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Developed RAG-powered system for multi-format document handling (PDF/DOCX/TXT)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Technology: Integrates  FAISS, and LLM for intelligent processing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 Interactive chatbot with contextual document understanding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Interface: User-friendly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for document upload and queries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Enhanced document analysis efficiency for professional and academic use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042E518-64C3-A6B8-28B6-16AC4D493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  <p:pic>
        <p:nvPicPr>
          <p:cNvPr id="2" name="image2.png">
            <a:extLst>
              <a:ext uri="{FF2B5EF4-FFF2-40B4-BE49-F238E27FC236}">
                <a16:creationId xmlns:a16="http://schemas.microsoft.com/office/drawing/2014/main" id="{46FF5EB1-A7E7-4843-3065-2E6B91FA7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8D3890-345D-BBFA-BCE0-E206CE8B5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736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B61A5-D487-FE38-A6A1-ABBE98F70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6222" y="6318250"/>
            <a:ext cx="5185116" cy="365125"/>
          </a:xfrm>
        </p:spPr>
        <p:txBody>
          <a:bodyPr/>
          <a:lstStyle/>
          <a:p>
            <a:fld id="{4CA2BD28-9D1D-4795-9FB6-B4806A8D172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27C949-9627-3ED1-DA8E-DD421AD26B9A}"/>
              </a:ext>
            </a:extLst>
          </p:cNvPr>
          <p:cNvSpPr txBox="1"/>
          <p:nvPr/>
        </p:nvSpPr>
        <p:spPr>
          <a:xfrm>
            <a:off x="331992" y="948732"/>
            <a:ext cx="93722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2D4E9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algn="ctr"/>
            <a:endParaRPr lang="en-US" sz="3000" b="1" dirty="0">
              <a:solidFill>
                <a:srgbClr val="2D4E9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416DA4-E302-E4AF-9E26-09E298209D17}"/>
              </a:ext>
            </a:extLst>
          </p:cNvPr>
          <p:cNvSpPr txBox="1"/>
          <p:nvPr/>
        </p:nvSpPr>
        <p:spPr>
          <a:xfrm>
            <a:off x="476069" y="1526963"/>
            <a:ext cx="11582399" cy="501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analysis and text summarization present growing challenges in the digital era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an intelligent solution using RAG architecture and Mistral 7B LLM model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extractive and abstractive summarization for optimal results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 include natural query responses, multi-format document support, and contextual understanding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cutting-edge technologies: FAISS for retrieval for embeddings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implementation delivers efficient and accurate document processing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EFABC83-CA15-5DAA-0FC0-D1F3FB137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  <p:pic>
        <p:nvPicPr>
          <p:cNvPr id="2" name="image2.png">
            <a:extLst>
              <a:ext uri="{FF2B5EF4-FFF2-40B4-BE49-F238E27FC236}">
                <a16:creationId xmlns:a16="http://schemas.microsoft.com/office/drawing/2014/main" id="{C51F5C28-C9DB-C907-D406-BA1BA867F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8E13F4-F94D-7C7B-DB5E-B9EE3A61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4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0572C-3E6C-4867-3B46-DA7B21A1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673" y="549951"/>
            <a:ext cx="10515600" cy="1325563"/>
          </a:xfrm>
        </p:spPr>
        <p:txBody>
          <a:bodyPr>
            <a:normAutofit/>
          </a:bodyPr>
          <a:lstStyle/>
          <a:p>
            <a:r>
              <a:rPr lang="en-IN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D1392-F0C2-6EC4-1326-0F96204D8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5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B90803-2C49-5D5A-A9EB-4D1EAA2BB1A5}"/>
              </a:ext>
            </a:extLst>
          </p:cNvPr>
          <p:cNvSpPr txBox="1"/>
          <p:nvPr/>
        </p:nvSpPr>
        <p:spPr>
          <a:xfrm>
            <a:off x="1132840" y="1524000"/>
            <a:ext cx="10220960" cy="4549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multi-format document analysis system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(PDF, DOCX, TXT)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summarization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(extractive + abstractive)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chatbot-style natural query answering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architecture (Sentence Transformer + FAISS + LLM)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accuracy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pic>
        <p:nvPicPr>
          <p:cNvPr id="3" name="image2.png">
            <a:extLst>
              <a:ext uri="{FF2B5EF4-FFF2-40B4-BE49-F238E27FC236}">
                <a16:creationId xmlns:a16="http://schemas.microsoft.com/office/drawing/2014/main" id="{F966D9BF-153B-2026-318E-F566ADD11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1E6B26-CA6D-5BD6-9E39-3525D73B1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C4E6226-328A-DD99-630E-45CABE62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</p:spTree>
    <p:extLst>
      <p:ext uri="{BB962C8B-B14F-4D97-AF65-F5344CB8AC3E}">
        <p14:creationId xmlns:p14="http://schemas.microsoft.com/office/powerpoint/2010/main" val="2843915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56EF-DD5B-57EC-89FF-25FD5BB6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29" y="161698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300" b="1" dirty="0">
                <a:solidFill>
                  <a:srgbClr val="2D4E90"/>
                </a:solidFill>
                <a:latin typeface="Times New Roman" panose="02020603050405020304" pitchFamily="18" charset="0"/>
                <a:cs typeface="Times New Roman" pitchFamily="18" charset="0"/>
              </a:rPr>
              <a:t>PROBLEM IDENTIFICATION AND METHODOLOGY</a:t>
            </a:r>
            <a:br>
              <a:rPr lang="en-US" b="1" dirty="0">
                <a:solidFill>
                  <a:srgbClr val="2D4E90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br>
              <a:rPr lang="en-US" b="1" dirty="0">
                <a:solidFill>
                  <a:srgbClr val="2D4E90"/>
                </a:solidFill>
                <a:latin typeface="Times New Roman" panose="02020603050405020304" pitchFamily="18" charset="0"/>
                <a:cs typeface="Times New Roman" pitchFamily="18" charset="0"/>
              </a:rPr>
            </a:b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Identification: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81B29-3606-839F-5096-A74EC8F1E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695235"/>
            <a:ext cx="10515600" cy="31028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Overload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volume of digital documents makes manual reading and analysis impractical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quickly finding specific information within large documents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 of processing multiple document formats efficiently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52505-4DF0-C9F7-AFBD-7153C378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7B287CD3-B367-FDD4-943E-77B8CAC62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79A4BE0A-465B-2079-0E4B-48F908425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C9FA4B-CBDB-A798-6577-8850A2438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167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55242-38EF-17FA-A336-093AA41B6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297" y="718530"/>
            <a:ext cx="10515600" cy="1325563"/>
          </a:xfrm>
        </p:spPr>
        <p:txBody>
          <a:bodyPr>
            <a:norm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Constraints: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337D4-12F1-B73F-C45A-53F647F24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646" y="1514473"/>
            <a:ext cx="10853057" cy="42454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Professionals need immediate access to document information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entire documents to find specific answers is time-consuming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search methods are inefficient for modern needs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D8B42-141E-E5A5-93B8-BB757392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C82B88A-F5C2-9C05-FA98-9AB955AE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037867-5A97-800B-115A-AA027BEA7D80}"/>
              </a:ext>
            </a:extLst>
          </p:cNvPr>
          <p:cNvSpPr txBox="1"/>
          <p:nvPr/>
        </p:nvSpPr>
        <p:spPr>
          <a:xfrm>
            <a:off x="642257" y="3189514"/>
            <a:ext cx="38208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Interaction:</a:t>
            </a:r>
            <a:endParaRPr lang="en-IN" sz="30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E1936FA-077A-FCD0-EB0B-46A9090BC1F3}"/>
              </a:ext>
            </a:extLst>
          </p:cNvPr>
          <p:cNvSpPr txBox="1">
            <a:spLocks/>
          </p:cNvSpPr>
          <p:nvPr/>
        </p:nvSpPr>
        <p:spPr>
          <a:xfrm>
            <a:off x="892628" y="3918856"/>
            <a:ext cx="10232571" cy="2155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natural, conversational interaction with documents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for direct answers rather than document sections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 intelligent summarization while maintaining accuracy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2.png">
            <a:extLst>
              <a:ext uri="{FF2B5EF4-FFF2-40B4-BE49-F238E27FC236}">
                <a16:creationId xmlns:a16="http://schemas.microsoft.com/office/drawing/2014/main" id="{0BA9289F-A5F3-4CD3-9494-2D5CEC745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5BB9A9-4494-68B3-0D0A-5526074B7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37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0EEA36A-EB7A-AA41-0A2B-D43353A46838}"/>
              </a:ext>
            </a:extLst>
          </p:cNvPr>
          <p:cNvSpPr txBox="1"/>
          <p:nvPr/>
        </p:nvSpPr>
        <p:spPr>
          <a:xfrm>
            <a:off x="457200" y="901910"/>
            <a:ext cx="100238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2D4E90"/>
                </a:solidFill>
                <a:latin typeface="Times New Roman" pitchFamily="18" charset="0"/>
                <a:cs typeface="Times New Roman" pitchFamily="18" charset="0"/>
              </a:rPr>
              <a:t>PROBLEM IDENTIFICATION AND METHODOLOGY</a:t>
            </a:r>
          </a:p>
          <a:p>
            <a:pPr algn="ctr"/>
            <a:endParaRPr lang="en-US" sz="3000" b="1" dirty="0">
              <a:solidFill>
                <a:srgbClr val="2D4E9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6353C3-1140-6606-3ABB-F8F5A34BDA3C}"/>
              </a:ext>
            </a:extLst>
          </p:cNvPr>
          <p:cNvSpPr txBox="1"/>
          <p:nvPr/>
        </p:nvSpPr>
        <p:spPr>
          <a:xfrm>
            <a:off x="587829" y="1584028"/>
            <a:ext cx="1069993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Processing: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Multi-format support (PDF, DOCX, TXT)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extraction and preprocessing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validation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8EDDC33-3CFF-08AF-37C9-3E2FFB9D4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EBC7F-CB8F-12CB-F1C1-EF9946E7FBE6}"/>
              </a:ext>
            </a:extLst>
          </p:cNvPr>
          <p:cNvSpPr txBox="1"/>
          <p:nvPr/>
        </p:nvSpPr>
        <p:spPr>
          <a:xfrm>
            <a:off x="587829" y="4068862"/>
            <a:ext cx="91004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Architecture: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 Transformer for embeddings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for similarity search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Mistral 7B LLM for response generation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Context-aware query handling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BF422DEE-FC9F-374E-FF69-B31A98830F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20EC3F-A1E2-218F-FA98-FA4445CD4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29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FD2B2E-7719-FB8E-132B-6D6C783D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9</a:t>
            </a:fld>
            <a:endParaRPr lang="en-IN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41E317A-CA45-A1CD-38DD-C252A2DB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C3204F-38EB-6081-6118-4641364E65D3}"/>
              </a:ext>
            </a:extLst>
          </p:cNvPr>
          <p:cNvSpPr txBox="1"/>
          <p:nvPr/>
        </p:nvSpPr>
        <p:spPr>
          <a:xfrm>
            <a:off x="1153160" y="1065333"/>
            <a:ext cx="8196943" cy="3092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Streamlit-based chat interface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upload functionality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Q&amp;A system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display</a:t>
            </a:r>
          </a:p>
        </p:txBody>
      </p:sp>
      <p:pic>
        <p:nvPicPr>
          <p:cNvPr id="3" name="image2.png">
            <a:extLst>
              <a:ext uri="{FF2B5EF4-FFF2-40B4-BE49-F238E27FC236}">
                <a16:creationId xmlns:a16="http://schemas.microsoft.com/office/drawing/2014/main" id="{F8C48E00-DD0F-FAA0-7D26-CA2A06570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E64886-68F5-FCD0-CED3-52B2C8AD6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44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FDEDB6D-BBFF-2AB1-77CB-884FE9EE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10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293549-1064-2AC8-224E-455A00E5491E}"/>
              </a:ext>
            </a:extLst>
          </p:cNvPr>
          <p:cNvSpPr txBox="1"/>
          <p:nvPr/>
        </p:nvSpPr>
        <p:spPr>
          <a:xfrm>
            <a:off x="624545" y="932304"/>
            <a:ext cx="69532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– LIMITATIONS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30F79-4D1B-CDDA-1D92-A6C4C50B22FB}"/>
              </a:ext>
            </a:extLst>
          </p:cNvPr>
          <p:cNvSpPr txBox="1"/>
          <p:nvPr/>
        </p:nvSpPr>
        <p:spPr>
          <a:xfrm>
            <a:off x="1000125" y="1558891"/>
            <a:ext cx="89820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document analysis relies on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search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methods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often missing context and giving incomplete results. LLMs without retrieval grounding risk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poor accuracy. Most systems also support only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file format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lack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interactive, conversational interfaces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5916B4-FF73-AC92-8269-3A431344556F}"/>
              </a:ext>
            </a:extLst>
          </p:cNvPr>
          <p:cNvSpPr txBox="1"/>
          <p:nvPr/>
        </p:nvSpPr>
        <p:spPr>
          <a:xfrm>
            <a:off x="1476375" y="3566459"/>
            <a:ext cx="9401175" cy="279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br>
              <a:rPr lang="en-US" sz="2400" dirty="0"/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Keyword-based, misses semantic context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Cannot handle natural language queries well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LLM-only systems may give incorrect answers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document format support</a:t>
            </a: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2AE548-BFB9-CF8E-5C22-FCC760DBA1EA}"/>
              </a:ext>
            </a:extLst>
          </p:cNvPr>
          <p:cNvSpPr txBox="1"/>
          <p:nvPr/>
        </p:nvSpPr>
        <p:spPr>
          <a:xfrm>
            <a:off x="1038225" y="3524250"/>
            <a:ext cx="2914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7" name="image2.png">
            <a:extLst>
              <a:ext uri="{FF2B5EF4-FFF2-40B4-BE49-F238E27FC236}">
                <a16:creationId xmlns:a16="http://schemas.microsoft.com/office/drawing/2014/main" id="{03933939-8A81-061A-56C1-87E1CDC72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2DD9CB-2523-65B0-78AF-F0423DDBC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51139C5A-6746-9990-848F-4A377D5E5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</p:spTree>
    <p:extLst>
      <p:ext uri="{BB962C8B-B14F-4D97-AF65-F5344CB8AC3E}">
        <p14:creationId xmlns:p14="http://schemas.microsoft.com/office/powerpoint/2010/main" val="3242817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F34231-2ADF-9999-7A84-8B64367B2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11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EC700F-2E39-48F8-EA0F-5FE0FFF790B5}"/>
              </a:ext>
            </a:extLst>
          </p:cNvPr>
          <p:cNvSpPr txBox="1"/>
          <p:nvPr/>
        </p:nvSpPr>
        <p:spPr>
          <a:xfrm>
            <a:off x="791754" y="901465"/>
            <a:ext cx="73761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– ADVANTAGES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33D3A0-9FFE-1408-AC91-36C7F180A3DC}"/>
              </a:ext>
            </a:extLst>
          </p:cNvPr>
          <p:cNvSpPr txBox="1"/>
          <p:nvPr/>
        </p:nvSpPr>
        <p:spPr>
          <a:xfrm>
            <a:off x="1447800" y="1381760"/>
            <a:ext cx="9829800" cy="3892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Accurate, context-aware answers using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document formats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one system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queries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+ Q&amp;A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transparency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verification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both technical &amp; non-technical users</a:t>
            </a:r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AD684571-B18D-887F-F0CD-1DFB543C2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AADC3C-3D25-1E28-2D48-CFB280B81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A1E50102-2A76-3599-1D23-FECABD1FB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</p:spTree>
    <p:extLst>
      <p:ext uri="{BB962C8B-B14F-4D97-AF65-F5344CB8AC3E}">
        <p14:creationId xmlns:p14="http://schemas.microsoft.com/office/powerpoint/2010/main" val="1648895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569560" y="2003250"/>
            <a:ext cx="5158215" cy="685800"/>
            <a:chOff x="457200" y="1257300"/>
            <a:chExt cx="5158215" cy="685800"/>
          </a:xfrm>
        </p:grpSpPr>
        <p:sp>
          <p:nvSpPr>
            <p:cNvPr id="2" name="Rounded Rectangle 1"/>
            <p:cNvSpPr/>
            <p:nvPr/>
          </p:nvSpPr>
          <p:spPr>
            <a:xfrm>
              <a:off x="1318783" y="1257300"/>
              <a:ext cx="4296632" cy="685800"/>
            </a:xfrm>
            <a:custGeom>
              <a:avLst/>
              <a:gdLst/>
              <a:ahLst/>
              <a:cxnLst/>
              <a:rect l="0" t="0" r="0" b="0"/>
              <a:pathLst>
                <a:path w="4296632" h="685800">
                  <a:moveTo>
                    <a:pt x="315972" y="685800"/>
                  </a:moveTo>
                  <a:cubicBezTo>
                    <a:pt x="285311" y="685800"/>
                    <a:pt x="257641" y="667426"/>
                    <a:pt x="245745" y="639165"/>
                  </a:cubicBezTo>
                  <a:lnTo>
                    <a:pt x="21155" y="105765"/>
                  </a:lnTo>
                  <a:cubicBezTo>
                    <a:pt x="0" y="55540"/>
                    <a:pt x="36880" y="0"/>
                    <a:pt x="91382" y="0"/>
                  </a:cubicBezTo>
                  <a:lnTo>
                    <a:pt x="4205249" y="0"/>
                  </a:lnTo>
                  <a:cubicBezTo>
                    <a:pt x="4259751" y="0"/>
                    <a:pt x="4296632" y="55540"/>
                    <a:pt x="4275477" y="105765"/>
                  </a:cubicBezTo>
                  <a:lnTo>
                    <a:pt x="4050887" y="639165"/>
                  </a:lnTo>
                  <a:cubicBezTo>
                    <a:pt x="4038990" y="667426"/>
                    <a:pt x="4011320" y="685800"/>
                    <a:pt x="3980659" y="685800"/>
                  </a:cubicBezTo>
                  <a:lnTo>
                    <a:pt x="315972" y="685800"/>
                  </a:lnTo>
                </a:path>
              </a:pathLst>
            </a:custGeom>
            <a:solidFill>
              <a:srgbClr val="E8F9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457200" y="1257300"/>
              <a:ext cx="685800" cy="685800"/>
            </a:xfrm>
            <a:custGeom>
              <a:avLst/>
              <a:gdLst/>
              <a:ahLst/>
              <a:cxnLst/>
              <a:rect l="0" t="0" r="0" b="0"/>
              <a:pathLst>
                <a:path w="685800" h="685800">
                  <a:moveTo>
                    <a:pt x="0" y="342900"/>
                  </a:moveTo>
                  <a:cubicBezTo>
                    <a:pt x="0" y="532276"/>
                    <a:pt x="153523" y="685800"/>
                    <a:pt x="342900" y="685800"/>
                  </a:cubicBezTo>
                  <a:cubicBezTo>
                    <a:pt x="532276" y="685800"/>
                    <a:pt x="685800" y="532276"/>
                    <a:pt x="685800" y="342900"/>
                  </a:cubicBezTo>
                  <a:cubicBezTo>
                    <a:pt x="685800" y="153523"/>
                    <a:pt x="532276" y="0"/>
                    <a:pt x="342900" y="0"/>
                  </a:cubicBezTo>
                  <a:cubicBezTo>
                    <a:pt x="153523" y="0"/>
                    <a:pt x="0" y="153523"/>
                    <a:pt x="0" y="342900"/>
                  </a:cubicBezTo>
                </a:path>
              </a:pathLst>
            </a:custGeom>
            <a:solidFill>
              <a:srgbClr val="E8F9FF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2569559" y="2003250"/>
            <a:ext cx="5158212" cy="685800"/>
            <a:chOff x="457200" y="1257300"/>
            <a:chExt cx="5158212" cy="685800"/>
          </a:xfrm>
        </p:grpSpPr>
        <p:sp>
          <p:nvSpPr>
            <p:cNvPr id="5" name="Rounded Rectangle 4"/>
            <p:cNvSpPr/>
            <p:nvPr/>
          </p:nvSpPr>
          <p:spPr>
            <a:xfrm>
              <a:off x="1318786" y="1257300"/>
              <a:ext cx="4296626" cy="685800"/>
            </a:xfrm>
            <a:custGeom>
              <a:avLst/>
              <a:gdLst/>
              <a:ahLst/>
              <a:cxnLst/>
              <a:rect l="0" t="0" r="0" b="0"/>
              <a:pathLst>
                <a:path w="4296626" h="685800">
                  <a:moveTo>
                    <a:pt x="3977113" y="0"/>
                  </a:moveTo>
                  <a:lnTo>
                    <a:pt x="4205250" y="0"/>
                  </a:lnTo>
                  <a:cubicBezTo>
                    <a:pt x="4259746" y="0"/>
                    <a:pt x="4296626" y="55544"/>
                    <a:pt x="4275478" y="105769"/>
                  </a:cubicBezTo>
                  <a:lnTo>
                    <a:pt x="4050889" y="639169"/>
                  </a:lnTo>
                  <a:cubicBezTo>
                    <a:pt x="4038991" y="667426"/>
                    <a:pt x="4011319" y="685800"/>
                    <a:pt x="3980660" y="685800"/>
                  </a:cubicBezTo>
                  <a:lnTo>
                    <a:pt x="3977113" y="685800"/>
                  </a:lnTo>
                  <a:moveTo>
                    <a:pt x="319513" y="685800"/>
                  </a:moveTo>
                  <a:lnTo>
                    <a:pt x="3977113" y="685800"/>
                  </a:lnTo>
                  <a:moveTo>
                    <a:pt x="319513" y="0"/>
                  </a:moveTo>
                  <a:lnTo>
                    <a:pt x="3977113" y="0"/>
                  </a:lnTo>
                  <a:moveTo>
                    <a:pt x="319513" y="685800"/>
                  </a:moveTo>
                  <a:lnTo>
                    <a:pt x="315966" y="685800"/>
                  </a:lnTo>
                  <a:cubicBezTo>
                    <a:pt x="285307" y="685800"/>
                    <a:pt x="257635" y="667426"/>
                    <a:pt x="245737" y="639169"/>
                  </a:cubicBezTo>
                  <a:lnTo>
                    <a:pt x="21147" y="105770"/>
                  </a:lnTo>
                  <a:cubicBezTo>
                    <a:pt x="0" y="55544"/>
                    <a:pt x="36879" y="0"/>
                    <a:pt x="91376" y="0"/>
                  </a:cubicBezTo>
                  <a:lnTo>
                    <a:pt x="319513" y="0"/>
                  </a:lnTo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57200" y="1257300"/>
              <a:ext cx="685800" cy="685800"/>
            </a:xfrm>
            <a:custGeom>
              <a:avLst/>
              <a:gdLst/>
              <a:ahLst/>
              <a:cxnLst/>
              <a:rect l="0" t="0" r="0" b="0"/>
              <a:pathLst>
                <a:path w="685800" h="685800">
                  <a:moveTo>
                    <a:pt x="0" y="342900"/>
                  </a:moveTo>
                  <a:cubicBezTo>
                    <a:pt x="0" y="532278"/>
                    <a:pt x="153521" y="685800"/>
                    <a:pt x="342900" y="685800"/>
                  </a:cubicBezTo>
                  <a:cubicBezTo>
                    <a:pt x="532278" y="685800"/>
                    <a:pt x="685800" y="532278"/>
                    <a:pt x="685800" y="342900"/>
                  </a:cubicBezTo>
                  <a:cubicBezTo>
                    <a:pt x="685800" y="153521"/>
                    <a:pt x="532278" y="0"/>
                    <a:pt x="342900" y="0"/>
                  </a:cubicBezTo>
                  <a:cubicBezTo>
                    <a:pt x="153521" y="0"/>
                    <a:pt x="0" y="153521"/>
                    <a:pt x="0" y="342900"/>
                  </a:cubicBezTo>
                </a:path>
              </a:pathLst>
            </a:custGeom>
            <a:noFill/>
            <a:ln w="14287">
              <a:solidFill>
                <a:srgbClr val="1EABDA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950560" y="2917650"/>
            <a:ext cx="4388195" cy="685800"/>
            <a:chOff x="838200" y="2171700"/>
            <a:chExt cx="4388195" cy="685800"/>
          </a:xfrm>
        </p:grpSpPr>
        <p:sp>
          <p:nvSpPr>
            <p:cNvPr id="8" name="Rounded Rectangle 7"/>
            <p:cNvSpPr/>
            <p:nvPr/>
          </p:nvSpPr>
          <p:spPr>
            <a:xfrm>
              <a:off x="1699774" y="2171700"/>
              <a:ext cx="3526621" cy="685800"/>
            </a:xfrm>
            <a:custGeom>
              <a:avLst/>
              <a:gdLst/>
              <a:ahLst/>
              <a:cxnLst/>
              <a:rect l="0" t="0" r="0" b="0"/>
              <a:pathLst>
                <a:path w="3526621" h="685800">
                  <a:moveTo>
                    <a:pt x="315963" y="685800"/>
                  </a:moveTo>
                  <a:cubicBezTo>
                    <a:pt x="285311" y="685800"/>
                    <a:pt x="257632" y="667426"/>
                    <a:pt x="245735" y="639165"/>
                  </a:cubicBezTo>
                  <a:lnTo>
                    <a:pt x="21145" y="105765"/>
                  </a:lnTo>
                  <a:cubicBezTo>
                    <a:pt x="0" y="55540"/>
                    <a:pt x="36880" y="0"/>
                    <a:pt x="91373" y="0"/>
                  </a:cubicBezTo>
                  <a:lnTo>
                    <a:pt x="3435238" y="0"/>
                  </a:lnTo>
                  <a:cubicBezTo>
                    <a:pt x="3489740" y="0"/>
                    <a:pt x="3526621" y="55540"/>
                    <a:pt x="3505466" y="105765"/>
                  </a:cubicBezTo>
                  <a:lnTo>
                    <a:pt x="3279143" y="643289"/>
                  </a:lnTo>
                  <a:cubicBezTo>
                    <a:pt x="3268294" y="669055"/>
                    <a:pt x="3243071" y="685800"/>
                    <a:pt x="3215125" y="685800"/>
                  </a:cubicBezTo>
                  <a:lnTo>
                    <a:pt x="315963" y="685800"/>
                  </a:lnTo>
                </a:path>
              </a:pathLst>
            </a:custGeom>
            <a:solidFill>
              <a:srgbClr val="E3F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838200" y="2171700"/>
              <a:ext cx="685800" cy="685800"/>
            </a:xfrm>
            <a:custGeom>
              <a:avLst/>
              <a:gdLst/>
              <a:ahLst/>
              <a:cxnLst/>
              <a:rect l="0" t="0" r="0" b="0"/>
              <a:pathLst>
                <a:path w="685800" h="685800">
                  <a:moveTo>
                    <a:pt x="0" y="342900"/>
                  </a:moveTo>
                  <a:cubicBezTo>
                    <a:pt x="0" y="532276"/>
                    <a:pt x="153523" y="685800"/>
                    <a:pt x="342900" y="685800"/>
                  </a:cubicBezTo>
                  <a:cubicBezTo>
                    <a:pt x="532276" y="685800"/>
                    <a:pt x="685800" y="532276"/>
                    <a:pt x="685800" y="342900"/>
                  </a:cubicBezTo>
                  <a:cubicBezTo>
                    <a:pt x="685800" y="153523"/>
                    <a:pt x="532276" y="0"/>
                    <a:pt x="342900" y="0"/>
                  </a:cubicBezTo>
                  <a:cubicBezTo>
                    <a:pt x="153523" y="0"/>
                    <a:pt x="0" y="153523"/>
                    <a:pt x="0" y="342900"/>
                  </a:cubicBezTo>
                </a:path>
              </a:pathLst>
            </a:custGeom>
            <a:solidFill>
              <a:srgbClr val="E3FFF2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2950560" y="2917650"/>
            <a:ext cx="4388191" cy="685800"/>
            <a:chOff x="838200" y="2171700"/>
            <a:chExt cx="4388191" cy="685800"/>
          </a:xfrm>
        </p:grpSpPr>
        <p:sp>
          <p:nvSpPr>
            <p:cNvPr id="11" name="Rounded Rectangle 10"/>
            <p:cNvSpPr/>
            <p:nvPr/>
          </p:nvSpPr>
          <p:spPr>
            <a:xfrm>
              <a:off x="1699775" y="2171700"/>
              <a:ext cx="3526616" cy="685800"/>
            </a:xfrm>
            <a:custGeom>
              <a:avLst/>
              <a:gdLst/>
              <a:ahLst/>
              <a:cxnLst/>
              <a:rect l="0" t="0" r="0" b="0"/>
              <a:pathLst>
                <a:path w="3526616" h="685800">
                  <a:moveTo>
                    <a:pt x="3215124" y="685800"/>
                  </a:moveTo>
                  <a:cubicBezTo>
                    <a:pt x="3243071" y="685800"/>
                    <a:pt x="3268297" y="669050"/>
                    <a:pt x="3279142" y="643292"/>
                  </a:cubicBezTo>
                  <a:lnTo>
                    <a:pt x="3505468" y="105770"/>
                  </a:lnTo>
                  <a:cubicBezTo>
                    <a:pt x="3526616" y="55544"/>
                    <a:pt x="3489736" y="0"/>
                    <a:pt x="3435240" y="0"/>
                  </a:cubicBezTo>
                  <a:lnTo>
                    <a:pt x="3215124" y="0"/>
                  </a:lnTo>
                  <a:moveTo>
                    <a:pt x="319277" y="0"/>
                  </a:moveTo>
                  <a:lnTo>
                    <a:pt x="3215136" y="0"/>
                  </a:lnTo>
                  <a:moveTo>
                    <a:pt x="3215136" y="685800"/>
                  </a:moveTo>
                  <a:lnTo>
                    <a:pt x="319277" y="685800"/>
                  </a:lnTo>
                  <a:lnTo>
                    <a:pt x="315989" y="685800"/>
                  </a:lnTo>
                  <a:moveTo>
                    <a:pt x="319513" y="685800"/>
                  </a:moveTo>
                  <a:lnTo>
                    <a:pt x="315966" y="685800"/>
                  </a:lnTo>
                  <a:cubicBezTo>
                    <a:pt x="285307" y="685800"/>
                    <a:pt x="257634" y="667426"/>
                    <a:pt x="245737" y="639170"/>
                  </a:cubicBezTo>
                  <a:lnTo>
                    <a:pt x="21147" y="105770"/>
                  </a:lnTo>
                  <a:cubicBezTo>
                    <a:pt x="0" y="55544"/>
                    <a:pt x="36879" y="0"/>
                    <a:pt x="91376" y="0"/>
                  </a:cubicBezTo>
                  <a:lnTo>
                    <a:pt x="319513" y="0"/>
                  </a:lnTo>
                </a:path>
              </a:pathLst>
            </a:custGeom>
            <a:noFill/>
            <a:ln w="14287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838200" y="2171700"/>
              <a:ext cx="685800" cy="685800"/>
            </a:xfrm>
            <a:custGeom>
              <a:avLst/>
              <a:gdLst/>
              <a:ahLst/>
              <a:cxnLst/>
              <a:rect l="0" t="0" r="0" b="0"/>
              <a:pathLst>
                <a:path w="685800" h="685800">
                  <a:moveTo>
                    <a:pt x="0" y="342900"/>
                  </a:moveTo>
                  <a:cubicBezTo>
                    <a:pt x="0" y="532278"/>
                    <a:pt x="153521" y="685800"/>
                    <a:pt x="342900" y="685800"/>
                  </a:cubicBezTo>
                  <a:cubicBezTo>
                    <a:pt x="532278" y="685800"/>
                    <a:pt x="685800" y="532278"/>
                    <a:pt x="685800" y="342900"/>
                  </a:cubicBezTo>
                  <a:cubicBezTo>
                    <a:pt x="685800" y="153521"/>
                    <a:pt x="532278" y="0"/>
                    <a:pt x="342900" y="0"/>
                  </a:cubicBezTo>
                  <a:cubicBezTo>
                    <a:pt x="153521" y="0"/>
                    <a:pt x="0" y="153521"/>
                    <a:pt x="0" y="342900"/>
                  </a:cubicBezTo>
                </a:path>
              </a:pathLst>
            </a:custGeom>
            <a:noFill/>
            <a:ln w="14287">
              <a:solidFill>
                <a:srgbClr val="3CC583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3341085" y="3832050"/>
            <a:ext cx="3618175" cy="685800"/>
            <a:chOff x="1228725" y="3086100"/>
            <a:chExt cx="3618175" cy="685800"/>
          </a:xfrm>
        </p:grpSpPr>
        <p:sp>
          <p:nvSpPr>
            <p:cNvPr id="14" name="Rounded Rectangle 13"/>
            <p:cNvSpPr/>
            <p:nvPr/>
          </p:nvSpPr>
          <p:spPr>
            <a:xfrm>
              <a:off x="2090299" y="3086100"/>
              <a:ext cx="2756601" cy="685800"/>
            </a:xfrm>
            <a:custGeom>
              <a:avLst/>
              <a:gdLst/>
              <a:ahLst/>
              <a:cxnLst/>
              <a:rect l="0" t="0" r="0" b="0"/>
              <a:pathLst>
                <a:path w="2756601" h="685800">
                  <a:moveTo>
                    <a:pt x="2665228" y="0"/>
                  </a:moveTo>
                  <a:cubicBezTo>
                    <a:pt x="2719720" y="0"/>
                    <a:pt x="2756601" y="55540"/>
                    <a:pt x="2735456" y="105765"/>
                  </a:cubicBezTo>
                  <a:lnTo>
                    <a:pt x="2510866" y="639165"/>
                  </a:lnTo>
                  <a:cubicBezTo>
                    <a:pt x="2498969" y="667426"/>
                    <a:pt x="2474261" y="685800"/>
                    <a:pt x="2443600" y="685800"/>
                  </a:cubicBezTo>
                  <a:lnTo>
                    <a:pt x="310000" y="685800"/>
                  </a:lnTo>
                  <a:cubicBezTo>
                    <a:pt x="279320" y="685800"/>
                    <a:pt x="257632" y="667426"/>
                    <a:pt x="245735" y="639165"/>
                  </a:cubicBezTo>
                  <a:lnTo>
                    <a:pt x="21145" y="105765"/>
                  </a:lnTo>
                  <a:cubicBezTo>
                    <a:pt x="0" y="55540"/>
                    <a:pt x="36880" y="0"/>
                    <a:pt x="91373" y="0"/>
                  </a:cubicBezTo>
                  <a:lnTo>
                    <a:pt x="2665228" y="0"/>
                  </a:lnTo>
                </a:path>
              </a:pathLst>
            </a:custGeom>
            <a:solidFill>
              <a:srgbClr val="F4FFD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1228725" y="3086100"/>
              <a:ext cx="685800" cy="685800"/>
            </a:xfrm>
            <a:custGeom>
              <a:avLst/>
              <a:gdLst/>
              <a:ahLst/>
              <a:cxnLst/>
              <a:rect l="0" t="0" r="0" b="0"/>
              <a:pathLst>
                <a:path w="685800" h="685800">
                  <a:moveTo>
                    <a:pt x="0" y="342900"/>
                  </a:moveTo>
                  <a:cubicBezTo>
                    <a:pt x="0" y="532276"/>
                    <a:pt x="153523" y="685800"/>
                    <a:pt x="342900" y="685800"/>
                  </a:cubicBezTo>
                  <a:cubicBezTo>
                    <a:pt x="532276" y="685800"/>
                    <a:pt x="685800" y="532276"/>
                    <a:pt x="685800" y="342900"/>
                  </a:cubicBezTo>
                  <a:cubicBezTo>
                    <a:pt x="685800" y="153523"/>
                    <a:pt x="532276" y="0"/>
                    <a:pt x="342900" y="0"/>
                  </a:cubicBezTo>
                  <a:cubicBezTo>
                    <a:pt x="153523" y="0"/>
                    <a:pt x="0" y="153523"/>
                    <a:pt x="0" y="342900"/>
                  </a:cubicBezTo>
                </a:path>
              </a:pathLst>
            </a:custGeom>
            <a:solidFill>
              <a:srgbClr val="F4FFDC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341085" y="3832050"/>
            <a:ext cx="3618177" cy="685800"/>
            <a:chOff x="1228725" y="3086100"/>
            <a:chExt cx="3618177" cy="685800"/>
          </a:xfrm>
        </p:grpSpPr>
        <p:sp>
          <p:nvSpPr>
            <p:cNvPr id="17" name="Rounded Rectangle 16"/>
            <p:cNvSpPr/>
            <p:nvPr/>
          </p:nvSpPr>
          <p:spPr>
            <a:xfrm>
              <a:off x="2090300" y="3086100"/>
              <a:ext cx="2756602" cy="685800"/>
            </a:xfrm>
            <a:custGeom>
              <a:avLst/>
              <a:gdLst/>
              <a:ahLst/>
              <a:cxnLst/>
              <a:rect l="0" t="0" r="0" b="0"/>
              <a:pathLst>
                <a:path w="2756602" h="685800">
                  <a:moveTo>
                    <a:pt x="309980" y="685800"/>
                  </a:moveTo>
                  <a:cubicBezTo>
                    <a:pt x="279321" y="685800"/>
                    <a:pt x="257635" y="667426"/>
                    <a:pt x="245737" y="639170"/>
                  </a:cubicBezTo>
                  <a:lnTo>
                    <a:pt x="21147" y="105770"/>
                  </a:lnTo>
                  <a:cubicBezTo>
                    <a:pt x="0" y="55544"/>
                    <a:pt x="36879" y="0"/>
                    <a:pt x="91376" y="0"/>
                  </a:cubicBezTo>
                  <a:lnTo>
                    <a:pt x="309980" y="0"/>
                  </a:lnTo>
                  <a:moveTo>
                    <a:pt x="2443599" y="685800"/>
                  </a:moveTo>
                  <a:lnTo>
                    <a:pt x="309999" y="685800"/>
                  </a:lnTo>
                  <a:moveTo>
                    <a:pt x="2443599" y="0"/>
                  </a:moveTo>
                  <a:lnTo>
                    <a:pt x="309999" y="0"/>
                  </a:lnTo>
                  <a:moveTo>
                    <a:pt x="2443599" y="685800"/>
                  </a:moveTo>
                  <a:cubicBezTo>
                    <a:pt x="2474257" y="685800"/>
                    <a:pt x="2498967" y="667426"/>
                    <a:pt x="2510865" y="639170"/>
                  </a:cubicBezTo>
                  <a:lnTo>
                    <a:pt x="2735455" y="105770"/>
                  </a:lnTo>
                  <a:cubicBezTo>
                    <a:pt x="2756602" y="55544"/>
                    <a:pt x="2719723" y="0"/>
                    <a:pt x="2665225" y="0"/>
                  </a:cubicBezTo>
                  <a:lnTo>
                    <a:pt x="2443599" y="0"/>
                  </a:lnTo>
                </a:path>
              </a:pathLst>
            </a:custGeom>
            <a:noFill/>
            <a:ln w="14287">
              <a:solidFill>
                <a:srgbClr val="92BD3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228725" y="3086100"/>
              <a:ext cx="685800" cy="685800"/>
            </a:xfrm>
            <a:custGeom>
              <a:avLst/>
              <a:gdLst/>
              <a:ahLst/>
              <a:cxnLst/>
              <a:rect l="0" t="0" r="0" b="0"/>
              <a:pathLst>
                <a:path w="685800" h="685800">
                  <a:moveTo>
                    <a:pt x="0" y="342900"/>
                  </a:moveTo>
                  <a:cubicBezTo>
                    <a:pt x="0" y="532278"/>
                    <a:pt x="153521" y="685800"/>
                    <a:pt x="342900" y="685800"/>
                  </a:cubicBezTo>
                  <a:cubicBezTo>
                    <a:pt x="532278" y="685800"/>
                    <a:pt x="685800" y="532278"/>
                    <a:pt x="685800" y="342900"/>
                  </a:cubicBezTo>
                  <a:cubicBezTo>
                    <a:pt x="685800" y="153521"/>
                    <a:pt x="532278" y="0"/>
                    <a:pt x="342900" y="0"/>
                  </a:cubicBezTo>
                  <a:cubicBezTo>
                    <a:pt x="153521" y="0"/>
                    <a:pt x="0" y="153521"/>
                    <a:pt x="0" y="342900"/>
                  </a:cubicBezTo>
                </a:path>
              </a:pathLst>
            </a:custGeom>
            <a:noFill/>
            <a:ln w="14287">
              <a:solidFill>
                <a:srgbClr val="92BD39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722084" y="4746450"/>
            <a:ext cx="2848146" cy="685800"/>
            <a:chOff x="1609725" y="4000500"/>
            <a:chExt cx="2848146" cy="685800"/>
          </a:xfrm>
        </p:grpSpPr>
        <p:sp>
          <p:nvSpPr>
            <p:cNvPr id="20" name="Rounded Rectangle 19"/>
            <p:cNvSpPr/>
            <p:nvPr/>
          </p:nvSpPr>
          <p:spPr>
            <a:xfrm>
              <a:off x="2471299" y="4000500"/>
              <a:ext cx="1986572" cy="685800"/>
            </a:xfrm>
            <a:custGeom>
              <a:avLst/>
              <a:gdLst/>
              <a:ahLst/>
              <a:cxnLst/>
              <a:rect l="0" t="0" r="0" b="0"/>
              <a:pathLst>
                <a:path w="1986572" h="685800">
                  <a:moveTo>
                    <a:pt x="309991" y="685800"/>
                  </a:moveTo>
                  <a:cubicBezTo>
                    <a:pt x="282949" y="685800"/>
                    <a:pt x="258546" y="669597"/>
                    <a:pt x="248059" y="644680"/>
                  </a:cubicBezTo>
                  <a:lnTo>
                    <a:pt x="21145" y="105765"/>
                  </a:lnTo>
                  <a:cubicBezTo>
                    <a:pt x="0" y="55540"/>
                    <a:pt x="36880" y="0"/>
                    <a:pt x="91373" y="0"/>
                  </a:cubicBezTo>
                  <a:lnTo>
                    <a:pt x="1895198" y="0"/>
                  </a:lnTo>
                  <a:cubicBezTo>
                    <a:pt x="1949700" y="0"/>
                    <a:pt x="1986572" y="55540"/>
                    <a:pt x="1965426" y="105765"/>
                  </a:cubicBezTo>
                  <a:lnTo>
                    <a:pt x="1736569" y="649300"/>
                  </a:lnTo>
                  <a:cubicBezTo>
                    <a:pt x="1727263" y="671417"/>
                    <a:pt x="1705603" y="685800"/>
                    <a:pt x="1681600" y="685800"/>
                  </a:cubicBezTo>
                  <a:lnTo>
                    <a:pt x="310000" y="685800"/>
                  </a:lnTo>
                </a:path>
              </a:pathLst>
            </a:custGeom>
            <a:solidFill>
              <a:srgbClr val="FFF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609725" y="4000500"/>
              <a:ext cx="685800" cy="685800"/>
            </a:xfrm>
            <a:custGeom>
              <a:avLst/>
              <a:gdLst/>
              <a:ahLst/>
              <a:cxnLst/>
              <a:rect l="0" t="0" r="0" b="0"/>
              <a:pathLst>
                <a:path w="685800" h="685800">
                  <a:moveTo>
                    <a:pt x="0" y="342900"/>
                  </a:moveTo>
                  <a:cubicBezTo>
                    <a:pt x="0" y="532276"/>
                    <a:pt x="153523" y="685800"/>
                    <a:pt x="342900" y="685800"/>
                  </a:cubicBezTo>
                  <a:cubicBezTo>
                    <a:pt x="532276" y="685800"/>
                    <a:pt x="685800" y="532276"/>
                    <a:pt x="685800" y="342900"/>
                  </a:cubicBezTo>
                  <a:cubicBezTo>
                    <a:pt x="685800" y="153523"/>
                    <a:pt x="532276" y="0"/>
                    <a:pt x="342900" y="0"/>
                  </a:cubicBezTo>
                  <a:cubicBezTo>
                    <a:pt x="153523" y="0"/>
                    <a:pt x="0" y="153523"/>
                    <a:pt x="0" y="342900"/>
                  </a:cubicBezTo>
                </a:path>
              </a:pathLst>
            </a:custGeom>
            <a:solidFill>
              <a:srgbClr val="FFFBDA"/>
            </a:soli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722085" y="4746450"/>
            <a:ext cx="2848149" cy="685800"/>
            <a:chOff x="1609725" y="4000500"/>
            <a:chExt cx="2848149" cy="685800"/>
          </a:xfrm>
        </p:grpSpPr>
        <p:sp>
          <p:nvSpPr>
            <p:cNvPr id="23" name="Rounded Rectangle 22"/>
            <p:cNvSpPr/>
            <p:nvPr/>
          </p:nvSpPr>
          <p:spPr>
            <a:xfrm>
              <a:off x="2471300" y="4000500"/>
              <a:ext cx="1986574" cy="685800"/>
            </a:xfrm>
            <a:custGeom>
              <a:avLst/>
              <a:gdLst/>
              <a:ahLst/>
              <a:cxnLst/>
              <a:rect l="0" t="0" r="0" b="0"/>
              <a:pathLst>
                <a:path w="1986574" h="685800">
                  <a:moveTo>
                    <a:pt x="1681599" y="685800"/>
                  </a:moveTo>
                  <a:cubicBezTo>
                    <a:pt x="1705597" y="685800"/>
                    <a:pt x="1727259" y="671417"/>
                    <a:pt x="1736571" y="649299"/>
                  </a:cubicBezTo>
                  <a:lnTo>
                    <a:pt x="1965425" y="105769"/>
                  </a:lnTo>
                  <a:cubicBezTo>
                    <a:pt x="1986574" y="55544"/>
                    <a:pt x="1949694" y="0"/>
                    <a:pt x="1895197" y="0"/>
                  </a:cubicBezTo>
                  <a:lnTo>
                    <a:pt x="1681599" y="0"/>
                  </a:lnTo>
                  <a:moveTo>
                    <a:pt x="1681599" y="685800"/>
                  </a:moveTo>
                  <a:lnTo>
                    <a:pt x="309999" y="685800"/>
                  </a:lnTo>
                  <a:moveTo>
                    <a:pt x="1681599" y="0"/>
                  </a:moveTo>
                  <a:lnTo>
                    <a:pt x="309999" y="0"/>
                  </a:lnTo>
                  <a:moveTo>
                    <a:pt x="309988" y="685800"/>
                  </a:moveTo>
                  <a:cubicBezTo>
                    <a:pt x="282951" y="685800"/>
                    <a:pt x="258548" y="669597"/>
                    <a:pt x="248056" y="644679"/>
                  </a:cubicBezTo>
                  <a:lnTo>
                    <a:pt x="21147" y="105770"/>
                  </a:lnTo>
                  <a:cubicBezTo>
                    <a:pt x="0" y="55544"/>
                    <a:pt x="36879" y="0"/>
                    <a:pt x="91376" y="0"/>
                  </a:cubicBezTo>
                  <a:lnTo>
                    <a:pt x="309988" y="0"/>
                  </a:lnTo>
                </a:path>
              </a:pathLst>
            </a:custGeom>
            <a:noFill/>
            <a:ln w="14287">
              <a:solidFill>
                <a:srgbClr val="E0CB1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609725" y="4000500"/>
              <a:ext cx="685800" cy="685800"/>
            </a:xfrm>
            <a:custGeom>
              <a:avLst/>
              <a:gdLst/>
              <a:ahLst/>
              <a:cxnLst/>
              <a:rect l="0" t="0" r="0" b="0"/>
              <a:pathLst>
                <a:path w="685800" h="685800">
                  <a:moveTo>
                    <a:pt x="0" y="342900"/>
                  </a:moveTo>
                  <a:cubicBezTo>
                    <a:pt x="0" y="532278"/>
                    <a:pt x="153521" y="685800"/>
                    <a:pt x="342900" y="685800"/>
                  </a:cubicBezTo>
                  <a:cubicBezTo>
                    <a:pt x="532278" y="685800"/>
                    <a:pt x="685800" y="532278"/>
                    <a:pt x="685800" y="342900"/>
                  </a:cubicBezTo>
                  <a:cubicBezTo>
                    <a:pt x="685800" y="153521"/>
                    <a:pt x="532278" y="0"/>
                    <a:pt x="342900" y="0"/>
                  </a:cubicBezTo>
                  <a:cubicBezTo>
                    <a:pt x="153521" y="0"/>
                    <a:pt x="0" y="153521"/>
                    <a:pt x="0" y="342900"/>
                  </a:cubicBezTo>
                </a:path>
              </a:pathLst>
            </a:custGeom>
            <a:noFill/>
            <a:ln w="14287">
              <a:solidFill>
                <a:srgbClr val="E0CB15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83586" y="975667"/>
            <a:ext cx="4462697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Processing Funnel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3558" y="1999901"/>
            <a:ext cx="2489485" cy="6924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484848"/>
                </a:solidFill>
                <a:latin typeface="Roboto"/>
              </a:rPr>
              <a:t>Cleaning, chunking,
and validating the
document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2284" y="2248614"/>
            <a:ext cx="123431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Roboto"/>
              </a:rPr>
              <a:t>Preprocessing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3510" y="2991565"/>
            <a:ext cx="1949252" cy="6924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484848"/>
                </a:solidFill>
                <a:latin typeface="Roboto"/>
              </a:rPr>
              <a:t>Generating vector
representations using
Sentence</a:t>
            </a:r>
            <a:r>
              <a:rPr lang="en-IN" sz="1500" b="1" dirty="0">
                <a:solidFill>
                  <a:srgbClr val="484848"/>
                </a:solidFill>
                <a:latin typeface="Roboto"/>
              </a:rPr>
              <a:t> </a:t>
            </a:r>
            <a:r>
              <a:rPr sz="1500" b="1" dirty="0">
                <a:solidFill>
                  <a:srgbClr val="484848"/>
                </a:solidFill>
                <a:latin typeface="Roboto"/>
              </a:rPr>
              <a:t>Transformer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295" y="3163014"/>
            <a:ext cx="1064394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Roboto"/>
              </a:rPr>
              <a:t>Embeddings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2510" y="4020265"/>
            <a:ext cx="164307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484848"/>
                </a:solidFill>
                <a:latin typeface="Roboto"/>
              </a:rPr>
              <a:t>Conducting
similarity searches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66541" y="4077414"/>
            <a:ext cx="1025923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Roboto"/>
              </a:rPr>
              <a:t>FAISS Index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0651" y="4876397"/>
            <a:ext cx="2346796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dirty="0">
                <a:solidFill>
                  <a:srgbClr val="484848"/>
                </a:solidFill>
                <a:latin typeface="Roboto"/>
              </a:rPr>
              <a:t>Using Mistral-7B model for
retrieval and 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7385" y="4991814"/>
            <a:ext cx="1324080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>
                <a:solidFill>
                  <a:srgbClr val="000000"/>
                </a:solidFill>
                <a:latin typeface="Roboto"/>
              </a:rPr>
              <a:t>Retrieval + LLM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93384" y="21270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152400" y="438150"/>
                </a:moveTo>
                <a:cubicBezTo>
                  <a:pt x="141878" y="438150"/>
                  <a:pt x="133350" y="429621"/>
                  <a:pt x="133350" y="419100"/>
                </a:cubicBezTo>
                <a:moveTo>
                  <a:pt x="419100" y="438150"/>
                </a:moveTo>
                <a:cubicBezTo>
                  <a:pt x="429621" y="438150"/>
                  <a:pt x="438150" y="429621"/>
                  <a:pt x="438150" y="419100"/>
                </a:cubicBezTo>
                <a:moveTo>
                  <a:pt x="133350" y="381000"/>
                </a:moveTo>
                <a:lnTo>
                  <a:pt x="133350" y="361950"/>
                </a:lnTo>
                <a:moveTo>
                  <a:pt x="209550" y="438150"/>
                </a:moveTo>
                <a:lnTo>
                  <a:pt x="190500" y="438150"/>
                </a:lnTo>
                <a:moveTo>
                  <a:pt x="266700" y="438150"/>
                </a:moveTo>
                <a:lnTo>
                  <a:pt x="247650" y="438150"/>
                </a:lnTo>
                <a:moveTo>
                  <a:pt x="171450" y="304800"/>
                </a:moveTo>
                <a:lnTo>
                  <a:pt x="190500" y="304800"/>
                </a:lnTo>
                <a:moveTo>
                  <a:pt x="228600" y="304800"/>
                </a:moveTo>
                <a:lnTo>
                  <a:pt x="247650" y="304800"/>
                </a:lnTo>
                <a:moveTo>
                  <a:pt x="323850" y="438150"/>
                </a:moveTo>
                <a:lnTo>
                  <a:pt x="304800" y="438150"/>
                </a:lnTo>
                <a:moveTo>
                  <a:pt x="381000" y="438150"/>
                </a:moveTo>
                <a:lnTo>
                  <a:pt x="361950" y="438150"/>
                </a:lnTo>
                <a:moveTo>
                  <a:pt x="381000" y="133350"/>
                </a:moveTo>
                <a:lnTo>
                  <a:pt x="361950" y="133350"/>
                </a:lnTo>
                <a:moveTo>
                  <a:pt x="419100" y="133350"/>
                </a:moveTo>
                <a:cubicBezTo>
                  <a:pt x="429621" y="133350"/>
                  <a:pt x="438150" y="141878"/>
                  <a:pt x="438150" y="152400"/>
                </a:cubicBezTo>
                <a:moveTo>
                  <a:pt x="438150" y="190500"/>
                </a:moveTo>
                <a:lnTo>
                  <a:pt x="438150" y="209550"/>
                </a:lnTo>
                <a:moveTo>
                  <a:pt x="438150" y="247650"/>
                </a:moveTo>
                <a:lnTo>
                  <a:pt x="438150" y="266700"/>
                </a:lnTo>
                <a:moveTo>
                  <a:pt x="304800" y="171450"/>
                </a:moveTo>
                <a:lnTo>
                  <a:pt x="304800" y="190500"/>
                </a:lnTo>
                <a:moveTo>
                  <a:pt x="304800" y="228600"/>
                </a:moveTo>
                <a:lnTo>
                  <a:pt x="304800" y="247650"/>
                </a:lnTo>
                <a:moveTo>
                  <a:pt x="438150" y="304800"/>
                </a:moveTo>
                <a:lnTo>
                  <a:pt x="438150" y="323850"/>
                </a:lnTo>
                <a:moveTo>
                  <a:pt x="438150" y="361950"/>
                </a:moveTo>
                <a:lnTo>
                  <a:pt x="438150" y="381000"/>
                </a:lnTo>
                <a:moveTo>
                  <a:pt x="133350" y="304800"/>
                </a:moveTo>
                <a:lnTo>
                  <a:pt x="19050" y="304800"/>
                </a:lnTo>
                <a:cubicBezTo>
                  <a:pt x="8528" y="304800"/>
                  <a:pt x="0" y="296271"/>
                  <a:pt x="0" y="285750"/>
                </a:cubicBezTo>
                <a:lnTo>
                  <a:pt x="0" y="19050"/>
                </a:lnTo>
                <a:cubicBezTo>
                  <a:pt x="0" y="8528"/>
                  <a:pt x="8528" y="0"/>
                  <a:pt x="19050" y="0"/>
                </a:cubicBezTo>
                <a:lnTo>
                  <a:pt x="285750" y="0"/>
                </a:lnTo>
                <a:cubicBezTo>
                  <a:pt x="296271" y="0"/>
                  <a:pt x="304800" y="8528"/>
                  <a:pt x="304800" y="19050"/>
                </a:cubicBezTo>
                <a:lnTo>
                  <a:pt x="304800" y="133350"/>
                </a:lnTo>
                <a:moveTo>
                  <a:pt x="285750" y="304800"/>
                </a:moveTo>
                <a:cubicBezTo>
                  <a:pt x="296271" y="304800"/>
                  <a:pt x="304800" y="296271"/>
                  <a:pt x="304800" y="285750"/>
                </a:cubicBezTo>
              </a:path>
            </a:pathLst>
          </a:custGeom>
          <a:noFill/>
          <a:ln w="14287">
            <a:solidFill>
              <a:srgbClr val="1EABDA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3074384" y="30414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400050" y="76200"/>
                </a:moveTo>
                <a:lnTo>
                  <a:pt x="400050" y="361950"/>
                </a:lnTo>
                <a:moveTo>
                  <a:pt x="76200" y="38100"/>
                </a:moveTo>
                <a:lnTo>
                  <a:pt x="361950" y="38100"/>
                </a:lnTo>
                <a:moveTo>
                  <a:pt x="38100" y="361950"/>
                </a:moveTo>
                <a:lnTo>
                  <a:pt x="38100" y="76200"/>
                </a:lnTo>
                <a:moveTo>
                  <a:pt x="361950" y="400050"/>
                </a:moveTo>
                <a:lnTo>
                  <a:pt x="76200" y="400050"/>
                </a:lnTo>
                <a:moveTo>
                  <a:pt x="19050" y="0"/>
                </a:moveTo>
                <a:lnTo>
                  <a:pt x="57150" y="0"/>
                </a:lnTo>
                <a:cubicBezTo>
                  <a:pt x="57150" y="0"/>
                  <a:pt x="76200" y="0"/>
                  <a:pt x="76200" y="19050"/>
                </a:cubicBezTo>
                <a:lnTo>
                  <a:pt x="76200" y="57150"/>
                </a:lnTo>
                <a:cubicBezTo>
                  <a:pt x="76200" y="57150"/>
                  <a:pt x="76200" y="76200"/>
                  <a:pt x="57150" y="76200"/>
                </a:cubicBezTo>
                <a:lnTo>
                  <a:pt x="19050" y="76200"/>
                </a:lnTo>
                <a:cubicBezTo>
                  <a:pt x="19050" y="76200"/>
                  <a:pt x="0" y="76200"/>
                  <a:pt x="0" y="57150"/>
                </a:cubicBezTo>
                <a:lnTo>
                  <a:pt x="0" y="19050"/>
                </a:lnTo>
                <a:cubicBezTo>
                  <a:pt x="0" y="19050"/>
                  <a:pt x="0" y="0"/>
                  <a:pt x="19050" y="0"/>
                </a:cubicBezTo>
                <a:moveTo>
                  <a:pt x="381000" y="0"/>
                </a:moveTo>
                <a:lnTo>
                  <a:pt x="419100" y="0"/>
                </a:lnTo>
                <a:cubicBezTo>
                  <a:pt x="419100" y="0"/>
                  <a:pt x="438150" y="0"/>
                  <a:pt x="438150" y="19050"/>
                </a:cubicBezTo>
                <a:lnTo>
                  <a:pt x="438150" y="57150"/>
                </a:lnTo>
                <a:cubicBezTo>
                  <a:pt x="438150" y="57150"/>
                  <a:pt x="438150" y="76200"/>
                  <a:pt x="419100" y="76200"/>
                </a:cubicBezTo>
                <a:lnTo>
                  <a:pt x="381000" y="76200"/>
                </a:lnTo>
                <a:cubicBezTo>
                  <a:pt x="381000" y="76200"/>
                  <a:pt x="361950" y="76200"/>
                  <a:pt x="361950" y="57150"/>
                </a:cubicBezTo>
                <a:lnTo>
                  <a:pt x="361950" y="19050"/>
                </a:lnTo>
                <a:cubicBezTo>
                  <a:pt x="361950" y="19050"/>
                  <a:pt x="361950" y="0"/>
                  <a:pt x="381000" y="0"/>
                </a:cubicBezTo>
                <a:moveTo>
                  <a:pt x="19050" y="361950"/>
                </a:moveTo>
                <a:lnTo>
                  <a:pt x="57150" y="361950"/>
                </a:lnTo>
                <a:cubicBezTo>
                  <a:pt x="57150" y="361950"/>
                  <a:pt x="76200" y="361950"/>
                  <a:pt x="76200" y="381000"/>
                </a:cubicBezTo>
                <a:lnTo>
                  <a:pt x="76200" y="419100"/>
                </a:lnTo>
                <a:cubicBezTo>
                  <a:pt x="76200" y="419100"/>
                  <a:pt x="76200" y="438150"/>
                  <a:pt x="57150" y="438150"/>
                </a:cubicBezTo>
                <a:lnTo>
                  <a:pt x="19050" y="438150"/>
                </a:lnTo>
                <a:cubicBezTo>
                  <a:pt x="19050" y="438150"/>
                  <a:pt x="0" y="438150"/>
                  <a:pt x="0" y="419100"/>
                </a:cubicBezTo>
                <a:lnTo>
                  <a:pt x="0" y="381000"/>
                </a:lnTo>
                <a:cubicBezTo>
                  <a:pt x="0" y="381000"/>
                  <a:pt x="0" y="361950"/>
                  <a:pt x="19050" y="361950"/>
                </a:cubicBezTo>
                <a:moveTo>
                  <a:pt x="381000" y="361950"/>
                </a:moveTo>
                <a:lnTo>
                  <a:pt x="419100" y="361950"/>
                </a:lnTo>
                <a:cubicBezTo>
                  <a:pt x="419100" y="361950"/>
                  <a:pt x="438150" y="361950"/>
                  <a:pt x="438150" y="381000"/>
                </a:cubicBezTo>
                <a:lnTo>
                  <a:pt x="438150" y="419100"/>
                </a:lnTo>
                <a:cubicBezTo>
                  <a:pt x="438150" y="419100"/>
                  <a:pt x="438150" y="438150"/>
                  <a:pt x="419100" y="438150"/>
                </a:cubicBezTo>
                <a:lnTo>
                  <a:pt x="381000" y="438150"/>
                </a:lnTo>
                <a:cubicBezTo>
                  <a:pt x="381000" y="438150"/>
                  <a:pt x="361950" y="438150"/>
                  <a:pt x="361950" y="419100"/>
                </a:cubicBezTo>
                <a:lnTo>
                  <a:pt x="361950" y="381000"/>
                </a:lnTo>
                <a:cubicBezTo>
                  <a:pt x="361950" y="381000"/>
                  <a:pt x="361950" y="361950"/>
                  <a:pt x="381000" y="361950"/>
                </a:cubicBezTo>
              </a:path>
            </a:pathLst>
          </a:custGeom>
          <a:noFill/>
          <a:ln w="14287">
            <a:solidFill>
              <a:srgbClr val="3CC583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3464909" y="3955875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0" y="190500"/>
                </a:moveTo>
                <a:cubicBezTo>
                  <a:pt x="0" y="295710"/>
                  <a:pt x="85289" y="381000"/>
                  <a:pt x="190500" y="381000"/>
                </a:cubicBezTo>
                <a:cubicBezTo>
                  <a:pt x="295710" y="381000"/>
                  <a:pt x="381000" y="295710"/>
                  <a:pt x="381000" y="190500"/>
                </a:cubicBezTo>
                <a:cubicBezTo>
                  <a:pt x="381000" y="85289"/>
                  <a:pt x="295710" y="0"/>
                  <a:pt x="190500" y="0"/>
                </a:cubicBezTo>
                <a:cubicBezTo>
                  <a:pt x="85289" y="0"/>
                  <a:pt x="0" y="85289"/>
                  <a:pt x="0" y="190500"/>
                </a:cubicBezTo>
                <a:close/>
                <a:moveTo>
                  <a:pt x="438150" y="438150"/>
                </a:moveTo>
                <a:lnTo>
                  <a:pt x="325202" y="325202"/>
                </a:lnTo>
              </a:path>
            </a:pathLst>
          </a:custGeom>
          <a:noFill/>
          <a:ln w="14287">
            <a:solidFill>
              <a:srgbClr val="92BD39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3855546" y="4883000"/>
            <a:ext cx="418881" cy="412735"/>
          </a:xfrm>
          <a:custGeom>
            <a:avLst/>
            <a:gdLst/>
            <a:ahLst/>
            <a:cxnLst/>
            <a:rect l="0" t="0" r="0" b="0"/>
            <a:pathLst>
              <a:path w="418881" h="412735">
                <a:moveTo>
                  <a:pt x="263687" y="78967"/>
                </a:moveTo>
                <a:cubicBezTo>
                  <a:pt x="302362" y="71192"/>
                  <a:pt x="333499" y="39675"/>
                  <a:pt x="341287" y="0"/>
                </a:cubicBezTo>
                <a:cubicBezTo>
                  <a:pt x="349074" y="39675"/>
                  <a:pt x="380204" y="71192"/>
                  <a:pt x="418881" y="78967"/>
                </a:cubicBezTo>
                <a:moveTo>
                  <a:pt x="418881" y="79013"/>
                </a:moveTo>
                <a:cubicBezTo>
                  <a:pt x="380204" y="86787"/>
                  <a:pt x="349067" y="118305"/>
                  <a:pt x="341279" y="157981"/>
                </a:cubicBezTo>
                <a:cubicBezTo>
                  <a:pt x="333491" y="118305"/>
                  <a:pt x="302362" y="86787"/>
                  <a:pt x="263687" y="79013"/>
                </a:cubicBezTo>
                <a:moveTo>
                  <a:pt x="333825" y="279281"/>
                </a:moveTo>
                <a:cubicBezTo>
                  <a:pt x="352298" y="279281"/>
                  <a:pt x="367208" y="264368"/>
                  <a:pt x="367208" y="245897"/>
                </a:cubicBezTo>
                <a:lnTo>
                  <a:pt x="367208" y="209605"/>
                </a:lnTo>
                <a:moveTo>
                  <a:pt x="205047" y="55364"/>
                </a:moveTo>
                <a:lnTo>
                  <a:pt x="66758" y="55364"/>
                </a:lnTo>
                <a:cubicBezTo>
                  <a:pt x="48286" y="55364"/>
                  <a:pt x="33374" y="70275"/>
                  <a:pt x="33374" y="88747"/>
                </a:cubicBezTo>
                <a:lnTo>
                  <a:pt x="33374" y="245897"/>
                </a:lnTo>
                <a:cubicBezTo>
                  <a:pt x="33374" y="264368"/>
                  <a:pt x="48286" y="279281"/>
                  <a:pt x="66758" y="279281"/>
                </a:cubicBezTo>
                <a:moveTo>
                  <a:pt x="396595" y="367556"/>
                </a:moveTo>
                <a:cubicBezTo>
                  <a:pt x="403049" y="384917"/>
                  <a:pt x="394370" y="404056"/>
                  <a:pt x="377009" y="410510"/>
                </a:cubicBezTo>
                <a:cubicBezTo>
                  <a:pt x="373226" y="411846"/>
                  <a:pt x="369220" y="412735"/>
                  <a:pt x="365214" y="412735"/>
                </a:cubicBezTo>
                <a:lnTo>
                  <a:pt x="33383" y="412735"/>
                </a:lnTo>
                <a:cubicBezTo>
                  <a:pt x="14911" y="412735"/>
                  <a:pt x="0" y="397602"/>
                  <a:pt x="0" y="379352"/>
                </a:cubicBezTo>
                <a:cubicBezTo>
                  <a:pt x="0" y="375346"/>
                  <a:pt x="667" y="371563"/>
                  <a:pt x="2225" y="367779"/>
                </a:cubicBezTo>
                <a:lnTo>
                  <a:pt x="27151" y="301013"/>
                </a:lnTo>
                <a:cubicBezTo>
                  <a:pt x="32048" y="288105"/>
                  <a:pt x="44511" y="279424"/>
                  <a:pt x="58309" y="279424"/>
                </a:cubicBezTo>
                <a:lnTo>
                  <a:pt x="344072" y="279424"/>
                </a:lnTo>
                <a:cubicBezTo>
                  <a:pt x="357870" y="279424"/>
                  <a:pt x="370332" y="288105"/>
                  <a:pt x="375228" y="301013"/>
                </a:cubicBezTo>
                <a:lnTo>
                  <a:pt x="396595" y="367779"/>
                </a:lnTo>
                <a:lnTo>
                  <a:pt x="396595" y="367556"/>
                </a:lnTo>
                <a:close/>
                <a:moveTo>
                  <a:pt x="166910" y="366413"/>
                </a:moveTo>
                <a:lnTo>
                  <a:pt x="233677" y="366413"/>
                </a:lnTo>
              </a:path>
            </a:pathLst>
          </a:custGeom>
          <a:noFill/>
          <a:ln w="14287">
            <a:solidFill>
              <a:srgbClr val="E0CB1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image2.png">
            <a:extLst>
              <a:ext uri="{FF2B5EF4-FFF2-40B4-BE49-F238E27FC236}">
                <a16:creationId xmlns:a16="http://schemas.microsoft.com/office/drawing/2014/main" id="{E77BB24B-55B2-228B-0A36-58B411C3B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D3F11AF-58EA-D3B5-E18D-9BDDB3812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  <p:sp>
        <p:nvSpPr>
          <p:cNvPr id="41" name="Footer Placeholder 2">
            <a:extLst>
              <a:ext uri="{FF2B5EF4-FFF2-40B4-BE49-F238E27FC236}">
                <a16:creationId xmlns:a16="http://schemas.microsoft.com/office/drawing/2014/main" id="{85EC6630-CBB9-C9F3-BAD3-31F7F60A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B61A5-D487-FE38-A6A1-ABBE98F70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96222" y="6318250"/>
            <a:ext cx="5185116" cy="365125"/>
          </a:xfrm>
        </p:spPr>
        <p:txBody>
          <a:bodyPr/>
          <a:lstStyle/>
          <a:p>
            <a:fld id="{4CA2BD28-9D1D-4795-9FB6-B4806A8D17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27C949-9627-3ED1-DA8E-DD421AD26B9A}"/>
              </a:ext>
            </a:extLst>
          </p:cNvPr>
          <p:cNvSpPr txBox="1"/>
          <p:nvPr/>
        </p:nvSpPr>
        <p:spPr>
          <a:xfrm>
            <a:off x="1280738" y="213749"/>
            <a:ext cx="93722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2D4E90"/>
                </a:solidFill>
                <a:latin typeface="Times New Roman" pitchFamily="18" charset="0"/>
                <a:cs typeface="Times New Roman" pitchFamily="18" charset="0"/>
              </a:rPr>
              <a:t>FLOW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856A1C-609F-25C9-12C0-38C630D0F6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73" y="789139"/>
            <a:ext cx="7772399" cy="5842177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8BD3751-640B-F0E3-0664-459786A33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69073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B40E6B43-1C98-3A3C-854E-661F50FFE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0CC789-FC13-33AA-00D8-1439708393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62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D16115-7958-5137-FB43-B09C4FA46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9673" y="425501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200" b="1" kern="1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83B172-D9BF-7C6B-9A18-2C69F831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" y="1455420"/>
            <a:ext cx="10515599" cy="4840309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9B2FEB4-5B60-D3E1-9AC6-F45695C52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SKASC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B61A5-D487-FE38-A6A1-ABBE98F70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CA2BD28-9D1D-4795-9FB6-B4806A8D172B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3" name="image2.png">
            <a:extLst>
              <a:ext uri="{FF2B5EF4-FFF2-40B4-BE49-F238E27FC236}">
                <a16:creationId xmlns:a16="http://schemas.microsoft.com/office/drawing/2014/main" id="{958356CA-C546-7518-0E71-537A7D9A2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E8A09B-36FD-949D-E7AB-C4E1C05A2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12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9DCE12EE-288C-7AB2-BC9B-C8018B8160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604" y="967845"/>
            <a:ext cx="10316792" cy="5571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A53B4-96E8-D9A7-0CC6-CBE12900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05959C8-B6F0-45AD-A47C-DA667F5A2919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2" name="image2.png">
            <a:extLst>
              <a:ext uri="{FF2B5EF4-FFF2-40B4-BE49-F238E27FC236}">
                <a16:creationId xmlns:a16="http://schemas.microsoft.com/office/drawing/2014/main" id="{2C0AD30C-3832-2874-039F-925EB39D6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C035EA-BF2B-2459-8A05-EC85648F17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4046069-D786-516C-B49A-E600DDAFD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62139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</p:spTree>
    <p:extLst>
      <p:ext uri="{BB962C8B-B14F-4D97-AF65-F5344CB8AC3E}">
        <p14:creationId xmlns:p14="http://schemas.microsoft.com/office/powerpoint/2010/main" val="2423865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Content Placeholder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4A79C49-90A0-AD7D-33DE-87FD2EDBB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7013" y="1004591"/>
            <a:ext cx="10877973" cy="553432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988FB-E26D-BBB7-0426-95D75C32E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05959C8-B6F0-45AD-A47C-DA667F5A2919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2" name="image2.png">
            <a:extLst>
              <a:ext uri="{FF2B5EF4-FFF2-40B4-BE49-F238E27FC236}">
                <a16:creationId xmlns:a16="http://schemas.microsoft.com/office/drawing/2014/main" id="{E0BA6C47-522C-A5EA-A0F1-48E920DF6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780EFB-5308-8322-4DA2-F019E77FB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A93E7C7B-47DF-4FB7-88D7-2ED33DAB8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538912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</p:spTree>
    <p:extLst>
      <p:ext uri="{BB962C8B-B14F-4D97-AF65-F5344CB8AC3E}">
        <p14:creationId xmlns:p14="http://schemas.microsoft.com/office/powerpoint/2010/main" val="110390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Content Placeholder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C8CCC4-87BF-21FC-B4BF-17A455B3C4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901465"/>
            <a:ext cx="10774679" cy="557106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93BB0-13EA-979C-AADD-8CA6DC5D4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05959C8-B6F0-45AD-A47C-DA667F5A2919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2" name="image2.png">
            <a:extLst>
              <a:ext uri="{FF2B5EF4-FFF2-40B4-BE49-F238E27FC236}">
                <a16:creationId xmlns:a16="http://schemas.microsoft.com/office/drawing/2014/main" id="{0E01AC69-7F80-1072-545A-145F502A2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51C54E-692F-FB15-648E-59E46C359C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7D90E93-0BF5-82C7-993F-D3E3390C4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59776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</p:spTree>
    <p:extLst>
      <p:ext uri="{BB962C8B-B14F-4D97-AF65-F5344CB8AC3E}">
        <p14:creationId xmlns:p14="http://schemas.microsoft.com/office/powerpoint/2010/main" val="3890407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8A81D-185F-D728-8512-99A30C96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9485542-142C-BE4A-4ABE-1DA759006DF6}"/>
              </a:ext>
            </a:extLst>
          </p:cNvPr>
          <p:cNvSpPr txBox="1">
            <a:spLocks/>
          </p:cNvSpPr>
          <p:nvPr/>
        </p:nvSpPr>
        <p:spPr>
          <a:xfrm>
            <a:off x="6696222" y="6318250"/>
            <a:ext cx="5185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lvl="0">
              <a:defRPr lang="en-US"/>
            </a:defPPr>
            <a:lvl1pPr marL="0" lv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lvl="1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5E75CF-2009-9C87-3887-EBED91ED4465}"/>
              </a:ext>
            </a:extLst>
          </p:cNvPr>
          <p:cNvSpPr txBox="1"/>
          <p:nvPr/>
        </p:nvSpPr>
        <p:spPr>
          <a:xfrm>
            <a:off x="869994" y="793012"/>
            <a:ext cx="93722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2D4E90"/>
                </a:solidFill>
                <a:latin typeface="Times New Roman" panose="02020603050405020304" pitchFamily="18" charset="0"/>
                <a:cs typeface="Times New Roman" pitchFamily="18" charset="0"/>
              </a:rPr>
              <a:t>RESULTS AND DISCUSSION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27AD87-FEEA-4A72-675C-4955FF4BE165}"/>
              </a:ext>
            </a:extLst>
          </p:cNvPr>
          <p:cNvSpPr txBox="1"/>
          <p:nvPr/>
        </p:nvSpPr>
        <p:spPr>
          <a:xfrm>
            <a:off x="869994" y="1238557"/>
            <a:ext cx="1017900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Processing: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PDFs, DOCX, and TXT files with accurate text extraction.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Summarization: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concise summaries using advanced Gemini model.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Chatbot: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intuitive Q&amp;A for document exploration.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Insights: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Deliver instant responses with minimal delay.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Output: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Tailor summaries and responses to user needs.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54E11A7-DAA5-27A8-0443-2455FB6D5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  <p:pic>
        <p:nvPicPr>
          <p:cNvPr id="3" name="image2.png">
            <a:extLst>
              <a:ext uri="{FF2B5EF4-FFF2-40B4-BE49-F238E27FC236}">
                <a16:creationId xmlns:a16="http://schemas.microsoft.com/office/drawing/2014/main" id="{A5495AAC-56C7-9D65-EBC2-71FAD7458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39EA46-E91B-AEB7-116C-357618DEF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635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654B7E-7D2E-4A28-B928-0F6E682F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86AA3-63CF-9F9B-8A02-ED9A8D96F110}"/>
              </a:ext>
            </a:extLst>
          </p:cNvPr>
          <p:cNvSpPr txBox="1"/>
          <p:nvPr/>
        </p:nvSpPr>
        <p:spPr>
          <a:xfrm>
            <a:off x="1171575" y="1813173"/>
            <a:ext cx="84201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Insights: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Save time with quick document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Accessibility: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Simplify complex information retrieval.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Experience: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Adapt outputs to varying user preferences.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1DCBB1-D145-1C5D-5493-BE00506B784E}"/>
              </a:ext>
            </a:extLst>
          </p:cNvPr>
          <p:cNvSpPr txBox="1"/>
          <p:nvPr/>
        </p:nvSpPr>
        <p:spPr>
          <a:xfrm>
            <a:off x="896710" y="1125311"/>
            <a:ext cx="31146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</a:p>
        </p:txBody>
      </p:sp>
      <p:pic>
        <p:nvPicPr>
          <p:cNvPr id="3" name="image2.png">
            <a:extLst>
              <a:ext uri="{FF2B5EF4-FFF2-40B4-BE49-F238E27FC236}">
                <a16:creationId xmlns:a16="http://schemas.microsoft.com/office/drawing/2014/main" id="{A26615A9-9375-0A68-2ABE-8436AAEF7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0F562C-0F65-05C4-A1C9-7C3E0B5BD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90BB2E15-0C13-3E77-392A-100A87D1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</p:spTree>
    <p:extLst>
      <p:ext uri="{BB962C8B-B14F-4D97-AF65-F5344CB8AC3E}">
        <p14:creationId xmlns:p14="http://schemas.microsoft.com/office/powerpoint/2010/main" val="1462137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CCEBC4-0D75-B846-6891-CC47E9C07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20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D689EF-E386-4CA1-3A37-6B3DCF2712AD}"/>
              </a:ext>
            </a:extLst>
          </p:cNvPr>
          <p:cNvSpPr txBox="1"/>
          <p:nvPr/>
        </p:nvSpPr>
        <p:spPr>
          <a:xfrm>
            <a:off x="733697" y="807666"/>
            <a:ext cx="5567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89627-E86E-0B74-09A0-1F4BB271B837}"/>
              </a:ext>
            </a:extLst>
          </p:cNvPr>
          <p:cNvSpPr txBox="1"/>
          <p:nvPr/>
        </p:nvSpPr>
        <p:spPr>
          <a:xfrm>
            <a:off x="1061720" y="1298641"/>
            <a:ext cx="10068560" cy="5831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8096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developed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RAG-based summarizer &amp; chatbot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accurate insights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documents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academic, business, and legal document analysis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an easy-to-use 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effort and time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document processing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framework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future improvements</a:t>
            </a:r>
          </a:p>
          <a:p>
            <a:pPr marL="457200" indent="809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80963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356B509D-BF19-9736-F592-8ED2A46CE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C8B1C1-AC36-8CE5-8AD9-9478BD924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B6F7EF3D-9CF8-B22A-04B8-3369933B1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</p:spTree>
    <p:extLst>
      <p:ext uri="{BB962C8B-B14F-4D97-AF65-F5344CB8AC3E}">
        <p14:creationId xmlns:p14="http://schemas.microsoft.com/office/powerpoint/2010/main" val="3094705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6C02DF-0D5A-CD9B-929E-4F6E53073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5960110"/>
            <a:ext cx="2743200" cy="365125"/>
          </a:xfrm>
        </p:spPr>
        <p:txBody>
          <a:bodyPr/>
          <a:lstStyle/>
          <a:p>
            <a:fld id="{F05959C8-B6F0-45AD-A47C-DA667F5A2919}" type="slidenum">
              <a:rPr lang="en-IN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98EBF0-5680-F06E-4C10-5ECD66A8FF84}"/>
              </a:ext>
            </a:extLst>
          </p:cNvPr>
          <p:cNvSpPr txBox="1"/>
          <p:nvPr/>
        </p:nvSpPr>
        <p:spPr>
          <a:xfrm>
            <a:off x="853440" y="1203993"/>
            <a:ext cx="3891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9EDD1B-3923-6A15-D3A2-3456C0AC94D4}"/>
              </a:ext>
            </a:extLst>
          </p:cNvPr>
          <p:cNvSpPr txBox="1"/>
          <p:nvPr/>
        </p:nvSpPr>
        <p:spPr>
          <a:xfrm>
            <a:off x="853440" y="1741467"/>
            <a:ext cx="10830560" cy="4539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 Documentation – Facebook AI Similarity Search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Sentence-Transformers: Pre-trained Models for Semantic Textual Similarity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 – Build Interactive Web Apps in Python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llama-</a:t>
            </a:r>
            <a:r>
              <a:rPr lang="en-US" alt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cpp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-python: Lightweight Python bindings for running LLMs locally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PyPDF2 and python-docx Libraries – For PDF/DOCX Text Extraction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91DC7-4ECF-EB4D-973B-8CFA21A078EB}"/>
              </a:ext>
            </a:extLst>
          </p:cNvPr>
          <p:cNvSpPr txBox="1"/>
          <p:nvPr/>
        </p:nvSpPr>
        <p:spPr>
          <a:xfrm>
            <a:off x="508000" y="1044467"/>
            <a:ext cx="5029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696971D2-0094-1AEF-DE05-494D3061C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D78F4C-7996-5883-7F95-BAC9044B9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B81B76C-14AD-1F7B-C12E-D8151C48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</p:spTree>
    <p:extLst>
      <p:ext uri="{BB962C8B-B14F-4D97-AF65-F5344CB8AC3E}">
        <p14:creationId xmlns:p14="http://schemas.microsoft.com/office/powerpoint/2010/main" val="189862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3BB130-9556-C61D-6473-8B0FB0DE5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959C8-B6F0-45AD-A47C-DA667F5A2919}" type="slidenum">
              <a:rPr lang="en-IN" smtClean="0"/>
              <a:t>22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0ACA29-AE4B-16CC-600F-74EE1BA15039}"/>
              </a:ext>
            </a:extLst>
          </p:cNvPr>
          <p:cNvSpPr txBox="1"/>
          <p:nvPr/>
        </p:nvSpPr>
        <p:spPr>
          <a:xfrm>
            <a:off x="624545" y="1183362"/>
            <a:ext cx="5029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4DEAF8-3730-2021-224C-604BF486E21F}"/>
              </a:ext>
            </a:extLst>
          </p:cNvPr>
          <p:cNvSpPr txBox="1"/>
          <p:nvPr/>
        </p:nvSpPr>
        <p:spPr>
          <a:xfrm>
            <a:off x="924560" y="1737360"/>
            <a:ext cx="109626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Y. et al.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building load prediction and large language models: Comprehensive overview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Elsevier (2024).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Onan, A. et al. </a:t>
            </a:r>
            <a:r>
              <a:rPr lang="en-I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DeepExtract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Semantic-driven extractive text summarization framework using LLMs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Journal of King Saud University – Computer and Information Sciences (2024).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Luo, Z. et al.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Factual consistency evaluation of summarization in the era of large language models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Journal of Artificial Intelligence and Text Evaluation (2024).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2.png">
            <a:extLst>
              <a:ext uri="{FF2B5EF4-FFF2-40B4-BE49-F238E27FC236}">
                <a16:creationId xmlns:a16="http://schemas.microsoft.com/office/drawing/2014/main" id="{5557B969-A8EC-4082-F49C-9A2C6173A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D20D76-E15F-B703-3305-DA5DFCA9D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8AE2F97-F35B-9533-5248-515A38DFD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</p:spTree>
    <p:extLst>
      <p:ext uri="{BB962C8B-B14F-4D97-AF65-F5344CB8AC3E}">
        <p14:creationId xmlns:p14="http://schemas.microsoft.com/office/powerpoint/2010/main" val="2516337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B61A5-D487-FE38-A6A1-ABBE98F70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2BD28-9D1D-4795-9FB6-B4806A8D172B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82A7DC-5E91-A71B-2D3E-FEF052556677}"/>
              </a:ext>
            </a:extLst>
          </p:cNvPr>
          <p:cNvSpPr txBox="1"/>
          <p:nvPr/>
        </p:nvSpPr>
        <p:spPr>
          <a:xfrm>
            <a:off x="3011157" y="2569139"/>
            <a:ext cx="616968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EE4C5FD-D887-DA9C-7961-AEA86D281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SKASC</a:t>
            </a:r>
          </a:p>
        </p:txBody>
      </p:sp>
      <p:pic>
        <p:nvPicPr>
          <p:cNvPr id="3" name="image2.png">
            <a:extLst>
              <a:ext uri="{FF2B5EF4-FFF2-40B4-BE49-F238E27FC236}">
                <a16:creationId xmlns:a16="http://schemas.microsoft.com/office/drawing/2014/main" id="{13C8CED6-A4C1-87DD-28DB-647DFE15C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27082" y="80032"/>
            <a:ext cx="754256" cy="82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F8E4CB-2F0A-D4C0-5282-FEB75DFC9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7" y="111482"/>
            <a:ext cx="1046636" cy="789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129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12176</TotalTime>
  <Words>943</Words>
  <Application>Microsoft Office PowerPoint</Application>
  <PresentationFormat>Widescreen</PresentationFormat>
  <Paragraphs>172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Calibri Light</vt:lpstr>
      <vt:lpstr>Roboto</vt:lpstr>
      <vt:lpstr>Times New Roman</vt:lpstr>
      <vt:lpstr>Wingdings</vt:lpstr>
      <vt:lpstr>Office Theme</vt:lpstr>
      <vt:lpstr>   </vt:lpstr>
      <vt:lpstr>PowerPoint Presentation</vt:lpstr>
      <vt:lpstr>PowerPoint Presentation</vt:lpstr>
      <vt:lpstr>PowerPoint Presentation</vt:lpstr>
      <vt:lpstr>OBJECTIVES</vt:lpstr>
      <vt:lpstr>PROBLEM IDENTIFICATION AND METHODOLOGY  Problem Identification:  </vt:lpstr>
      <vt:lpstr>Time Constraints: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AND DISCUSSION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Vasanthaseelan Sathiyaseelan</cp:lastModifiedBy>
  <cp:revision>161</cp:revision>
  <dcterms:modified xsi:type="dcterms:W3CDTF">2025-09-11T06:53:05Z</dcterms:modified>
</cp:coreProperties>
</file>